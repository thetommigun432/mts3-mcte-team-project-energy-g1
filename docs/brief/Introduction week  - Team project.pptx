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7"/>
  </p:notesMasterIdLst>
  <p:sldIdLst>
    <p:sldId id="256" r:id="rId5"/>
    <p:sldId id="258" r:id="rId6"/>
    <p:sldId id="260" r:id="rId7"/>
    <p:sldId id="269" r:id="rId8"/>
    <p:sldId id="261" r:id="rId9"/>
    <p:sldId id="262" r:id="rId10"/>
    <p:sldId id="270" r:id="rId11"/>
    <p:sldId id="272" r:id="rId12"/>
    <p:sldId id="264" r:id="rId13"/>
    <p:sldId id="266" r:id="rId14"/>
    <p:sldId id="257" r:id="rId15"/>
    <p:sldId id="267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 Light"/>
        <a:ea typeface="Helvetica Neue Light"/>
        <a:cs typeface="Helvetica Neue Light"/>
        <a:sym typeface="Helvetica Neue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9DFF5-6829-46C0-9BB8-2A07F3D3AADB}" v="56" dt="2025-11-02T20:24:56.20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Ref idx="minor">
          <a:srgbClr val="444444"/>
        </a:fontRef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777777"/>
        </a:fontRef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3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eyaert Frederik" userId="0a783553-0729-41b3-bf53-bdfbefdf669e" providerId="ADAL" clId="{28BCC65C-8559-4B4B-9F5B-BFDF565B2DFF}"/>
    <pc:docChg chg="undo redo custSel addSld delSld modSld sldOrd modMainMaster">
      <pc:chgData name="Waeyaert Frederik" userId="0a783553-0729-41b3-bf53-bdfbefdf669e" providerId="ADAL" clId="{28BCC65C-8559-4B4B-9F5B-BFDF565B2DFF}" dt="2024-11-04T07:41:05.800" v="2218" actId="47"/>
      <pc:docMkLst>
        <pc:docMk/>
      </pc:docMkLst>
      <pc:sldChg chg="modSp mod">
        <pc:chgData name="Waeyaert Frederik" userId="0a783553-0729-41b3-bf53-bdfbefdf669e" providerId="ADAL" clId="{28BCC65C-8559-4B4B-9F5B-BFDF565B2DFF}" dt="2024-10-24T12:30:44.960" v="9"/>
        <pc:sldMkLst>
          <pc:docMk/>
          <pc:sldMk cId="0" sldId="256"/>
        </pc:sldMkLst>
      </pc:sldChg>
      <pc:sldChg chg="addSp delSp modSp mod ord">
        <pc:chgData name="Waeyaert Frederik" userId="0a783553-0729-41b3-bf53-bdfbefdf669e" providerId="ADAL" clId="{28BCC65C-8559-4B4B-9F5B-BFDF565B2DFF}" dt="2024-11-01T09:24:21.395" v="1761"/>
        <pc:sldMkLst>
          <pc:docMk/>
          <pc:sldMk cId="0" sldId="257"/>
        </pc:sldMkLst>
      </pc:sldChg>
      <pc:sldChg chg="modSp mod">
        <pc:chgData name="Waeyaert Frederik" userId="0a783553-0729-41b3-bf53-bdfbefdf669e" providerId="ADAL" clId="{28BCC65C-8559-4B4B-9F5B-BFDF565B2DFF}" dt="2024-10-24T16:09:11.340" v="1455" actId="20577"/>
        <pc:sldMkLst>
          <pc:docMk/>
          <pc:sldMk cId="0" sldId="258"/>
        </pc:sldMkLst>
      </pc:sldChg>
      <pc:sldChg chg="addSp modSp mod">
        <pc:chgData name="Waeyaert Frederik" userId="0a783553-0729-41b3-bf53-bdfbefdf669e" providerId="ADAL" clId="{28BCC65C-8559-4B4B-9F5B-BFDF565B2DFF}" dt="2024-10-24T12:44:43.376" v="364" actId="20577"/>
        <pc:sldMkLst>
          <pc:docMk/>
          <pc:sldMk cId="0" sldId="259"/>
        </pc:sldMkLst>
      </pc:sldChg>
      <pc:sldChg chg="addSp modSp mod">
        <pc:chgData name="Waeyaert Frederik" userId="0a783553-0729-41b3-bf53-bdfbefdf669e" providerId="ADAL" clId="{28BCC65C-8559-4B4B-9F5B-BFDF565B2DFF}" dt="2024-10-24T16:23:48.337" v="1708" actId="6549"/>
        <pc:sldMkLst>
          <pc:docMk/>
          <pc:sldMk cId="0" sldId="260"/>
        </pc:sldMkLst>
      </pc:sldChg>
      <pc:sldChg chg="addSp delSp modSp mod">
        <pc:chgData name="Waeyaert Frederik" userId="0a783553-0729-41b3-bf53-bdfbefdf669e" providerId="ADAL" clId="{28BCC65C-8559-4B4B-9F5B-BFDF565B2DFF}" dt="2024-11-01T10:31:22.057" v="2088" actId="1076"/>
        <pc:sldMkLst>
          <pc:docMk/>
          <pc:sldMk cId="0" sldId="261"/>
        </pc:sldMkLst>
      </pc:sldChg>
      <pc:sldChg chg="addSp delSp modSp mod">
        <pc:chgData name="Waeyaert Frederik" userId="0a783553-0729-41b3-bf53-bdfbefdf669e" providerId="ADAL" clId="{28BCC65C-8559-4B4B-9F5B-BFDF565B2DFF}" dt="2024-10-24T13:45:35.996" v="1282" actId="14100"/>
        <pc:sldMkLst>
          <pc:docMk/>
          <pc:sldMk cId="0" sldId="262"/>
        </pc:sldMkLst>
      </pc:sldChg>
      <pc:sldChg chg="addSp modSp mod">
        <pc:chgData name="Waeyaert Frederik" userId="0a783553-0729-41b3-bf53-bdfbefdf669e" providerId="ADAL" clId="{28BCC65C-8559-4B4B-9F5B-BFDF565B2DFF}" dt="2024-11-01T09:22:44.037" v="1759" actId="313"/>
        <pc:sldMkLst>
          <pc:docMk/>
          <pc:sldMk cId="0" sldId="263"/>
        </pc:sldMkLst>
      </pc:sldChg>
      <pc:sldChg chg="addSp modSp mod">
        <pc:chgData name="Waeyaert Frederik" userId="0a783553-0729-41b3-bf53-bdfbefdf669e" providerId="ADAL" clId="{28BCC65C-8559-4B4B-9F5B-BFDF565B2DFF}" dt="2024-11-04T07:20:09.163" v="2159" actId="255"/>
        <pc:sldMkLst>
          <pc:docMk/>
          <pc:sldMk cId="0" sldId="264"/>
        </pc:sldMkLst>
      </pc:sldChg>
      <pc:sldChg chg="del">
        <pc:chgData name="Waeyaert Frederik" userId="0a783553-0729-41b3-bf53-bdfbefdf669e" providerId="ADAL" clId="{28BCC65C-8559-4B4B-9F5B-BFDF565B2DFF}" dt="2024-10-24T13:39:44.061" v="1239" actId="47"/>
        <pc:sldMkLst>
          <pc:docMk/>
          <pc:sldMk cId="0" sldId="265"/>
        </pc:sldMkLst>
      </pc:sldChg>
      <pc:sldChg chg="addSp delSp modSp mod">
        <pc:chgData name="Waeyaert Frederik" userId="0a783553-0729-41b3-bf53-bdfbefdf669e" providerId="ADAL" clId="{28BCC65C-8559-4B4B-9F5B-BFDF565B2DFF}" dt="2024-11-01T10:44:17.952" v="2150" actId="20577"/>
        <pc:sldMkLst>
          <pc:docMk/>
          <pc:sldMk cId="0" sldId="266"/>
        </pc:sldMkLst>
      </pc:sldChg>
      <pc:sldChg chg="addSp delSp modSp mod">
        <pc:chgData name="Waeyaert Frederik" userId="0a783553-0729-41b3-bf53-bdfbefdf669e" providerId="ADAL" clId="{28BCC65C-8559-4B4B-9F5B-BFDF565B2DFF}" dt="2024-11-04T07:31:51.475" v="2196" actId="20577"/>
        <pc:sldMkLst>
          <pc:docMk/>
          <pc:sldMk cId="0" sldId="267"/>
        </pc:sldMkLst>
      </pc:sldChg>
      <pc:sldChg chg="add del">
        <pc:chgData name="Waeyaert Frederik" userId="0a783553-0729-41b3-bf53-bdfbefdf669e" providerId="ADAL" clId="{28BCC65C-8559-4B4B-9F5B-BFDF565B2DFF}" dt="2024-10-24T12:47:34.192" v="366"/>
        <pc:sldMkLst>
          <pc:docMk/>
          <pc:sldMk cId="499405351" sldId="268"/>
        </pc:sldMkLst>
      </pc:sldChg>
      <pc:sldChg chg="new del">
        <pc:chgData name="Waeyaert Frederik" userId="0a783553-0729-41b3-bf53-bdfbefdf669e" providerId="ADAL" clId="{28BCC65C-8559-4B4B-9F5B-BFDF565B2DFF}" dt="2024-10-24T13:03:51.992" v="624" actId="680"/>
        <pc:sldMkLst>
          <pc:docMk/>
          <pc:sldMk cId="1164989641" sldId="268"/>
        </pc:sldMkLst>
      </pc:sldChg>
      <pc:sldChg chg="modSp add mod">
        <pc:chgData name="Waeyaert Frederik" userId="0a783553-0729-41b3-bf53-bdfbefdf669e" providerId="ADAL" clId="{28BCC65C-8559-4B4B-9F5B-BFDF565B2DFF}" dt="2024-10-24T13:47:34.201" v="1299" actId="113"/>
        <pc:sldMkLst>
          <pc:docMk/>
          <pc:sldMk cId="3405438618" sldId="268"/>
        </pc:sldMkLst>
      </pc:sldChg>
      <pc:sldChg chg="modSp add del mod">
        <pc:chgData name="Waeyaert Frederik" userId="0a783553-0729-41b3-bf53-bdfbefdf669e" providerId="ADAL" clId="{28BCC65C-8559-4B4B-9F5B-BFDF565B2DFF}" dt="2024-11-04T07:41:05.800" v="2218" actId="47"/>
        <pc:sldMkLst>
          <pc:docMk/>
          <pc:sldMk cId="683591778" sldId="269"/>
        </pc:sldMkLst>
      </pc:sldChg>
      <pc:sldMasterChg chg="modSldLayout">
        <pc:chgData name="Waeyaert Frederik" userId="0a783553-0729-41b3-bf53-bdfbefdf669e" providerId="ADAL" clId="{28BCC65C-8559-4B4B-9F5B-BFDF565B2DFF}" dt="2024-10-24T12:30:29.378" v="8" actId="27636"/>
        <pc:sldMasterMkLst>
          <pc:docMk/>
          <pc:sldMasterMk cId="0" sldId="2147483648"/>
        </pc:sldMasterMkLst>
        <pc:sldLayoutChg chg="modSp mod">
          <pc:chgData name="Waeyaert Frederik" userId="0a783553-0729-41b3-bf53-bdfbefdf669e" providerId="ADAL" clId="{28BCC65C-8559-4B4B-9F5B-BFDF565B2DFF}" dt="2024-10-24T12:30:29.364" v="3" actId="27636"/>
          <pc:sldLayoutMkLst>
            <pc:docMk/>
            <pc:sldMasterMk cId="0" sldId="2147483648"/>
            <pc:sldLayoutMk cId="0" sldId="2147483651"/>
          </pc:sldLayoutMkLst>
        </pc:sldLayoutChg>
        <pc:sldLayoutChg chg="modSp mod">
          <pc:chgData name="Waeyaert Frederik" userId="0a783553-0729-41b3-bf53-bdfbefdf669e" providerId="ADAL" clId="{28BCC65C-8559-4B4B-9F5B-BFDF565B2DFF}" dt="2024-10-24T12:30:29.366" v="4" actId="27636"/>
          <pc:sldLayoutMkLst>
            <pc:docMk/>
            <pc:sldMasterMk cId="0" sldId="2147483648"/>
            <pc:sldLayoutMk cId="0" sldId="2147483653"/>
          </pc:sldLayoutMkLst>
        </pc:sldLayoutChg>
        <pc:sldLayoutChg chg="modSp mod">
          <pc:chgData name="Waeyaert Frederik" userId="0a783553-0729-41b3-bf53-bdfbefdf669e" providerId="ADAL" clId="{28BCC65C-8559-4B4B-9F5B-BFDF565B2DFF}" dt="2024-10-24T12:30:29.368" v="5" actId="27636"/>
          <pc:sldLayoutMkLst>
            <pc:docMk/>
            <pc:sldMasterMk cId="0" sldId="2147483648"/>
            <pc:sldLayoutMk cId="0" sldId="2147483654"/>
          </pc:sldLayoutMkLst>
        </pc:sldLayoutChg>
        <pc:sldLayoutChg chg="modSp mod">
          <pc:chgData name="Waeyaert Frederik" userId="0a783553-0729-41b3-bf53-bdfbefdf669e" providerId="ADAL" clId="{28BCC65C-8559-4B4B-9F5B-BFDF565B2DFF}" dt="2024-10-24T12:30:29.369" v="6" actId="27636"/>
          <pc:sldLayoutMkLst>
            <pc:docMk/>
            <pc:sldMasterMk cId="0" sldId="2147483648"/>
            <pc:sldLayoutMk cId="0" sldId="2147483655"/>
          </pc:sldLayoutMkLst>
        </pc:sldLayoutChg>
        <pc:sldLayoutChg chg="modSp mod">
          <pc:chgData name="Waeyaert Frederik" userId="0a783553-0729-41b3-bf53-bdfbefdf669e" providerId="ADAL" clId="{28BCC65C-8559-4B4B-9F5B-BFDF565B2DFF}" dt="2024-10-24T12:30:29.371" v="7" actId="27636"/>
          <pc:sldLayoutMkLst>
            <pc:docMk/>
            <pc:sldMasterMk cId="0" sldId="2147483648"/>
            <pc:sldLayoutMk cId="0" sldId="2147483658"/>
          </pc:sldLayoutMkLst>
        </pc:sldLayoutChg>
        <pc:sldLayoutChg chg="modSp mod">
          <pc:chgData name="Waeyaert Frederik" userId="0a783553-0729-41b3-bf53-bdfbefdf669e" providerId="ADAL" clId="{28BCC65C-8559-4B4B-9F5B-BFDF565B2DFF}" dt="2024-10-24T12:30:29.378" v="8" actId="2763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Frederik WAEYAERT" userId="0a783553-0729-41b3-bf53-bdfbefdf669e" providerId="ADAL" clId="{981D5CD8-A618-4CBA-8F18-209EC3C94F3B}"/>
    <pc:docChg chg="undo custSel addSld delSld modSld">
      <pc:chgData name="Frederik WAEYAERT" userId="0a783553-0729-41b3-bf53-bdfbefdf669e" providerId="ADAL" clId="{981D5CD8-A618-4CBA-8F18-209EC3C94F3B}" dt="2025-11-02T20:26:18.208" v="1201" actId="20577"/>
      <pc:docMkLst>
        <pc:docMk/>
      </pc:docMkLst>
      <pc:sldChg chg="addSp delSp modSp mod">
        <pc:chgData name="Frederik WAEYAERT" userId="0a783553-0729-41b3-bf53-bdfbefdf669e" providerId="ADAL" clId="{981D5CD8-A618-4CBA-8F18-209EC3C94F3B}" dt="2025-11-02T19:35:25.529" v="1044" actId="6549"/>
        <pc:sldMkLst>
          <pc:docMk/>
          <pc:sldMk cId="0" sldId="258"/>
        </pc:sldMkLst>
        <pc:spChg chg="add del mod">
          <ac:chgData name="Frederik WAEYAERT" userId="0a783553-0729-41b3-bf53-bdfbefdf669e" providerId="ADAL" clId="{981D5CD8-A618-4CBA-8F18-209EC3C94F3B}" dt="2025-11-02T09:43:16.440" v="230" actId="1076"/>
          <ac:spMkLst>
            <pc:docMk/>
            <pc:sldMk cId="0" sldId="258"/>
            <ac:spMk id="202" creationId="{00000000-0000-0000-0000-000000000000}"/>
          </ac:spMkLst>
        </pc:spChg>
        <pc:spChg chg="mod">
          <ac:chgData name="Frederik WAEYAERT" userId="0a783553-0729-41b3-bf53-bdfbefdf669e" providerId="ADAL" clId="{981D5CD8-A618-4CBA-8F18-209EC3C94F3B}" dt="2025-11-02T19:35:25.529" v="1044" actId="6549"/>
          <ac:spMkLst>
            <pc:docMk/>
            <pc:sldMk cId="0" sldId="258"/>
            <ac:spMk id="203" creationId="{00000000-0000-0000-0000-000000000000}"/>
          </ac:spMkLst>
        </pc:spChg>
      </pc:sldChg>
      <pc:sldChg chg="modSp del mod">
        <pc:chgData name="Frederik WAEYAERT" userId="0a783553-0729-41b3-bf53-bdfbefdf669e" providerId="ADAL" clId="{981D5CD8-A618-4CBA-8F18-209EC3C94F3B}" dt="2025-11-02T10:06:38.542" v="506" actId="47"/>
        <pc:sldMkLst>
          <pc:docMk/>
          <pc:sldMk cId="0" sldId="259"/>
        </pc:sldMkLst>
        <pc:spChg chg="mod">
          <ac:chgData name="Frederik WAEYAERT" userId="0a783553-0729-41b3-bf53-bdfbefdf669e" providerId="ADAL" clId="{981D5CD8-A618-4CBA-8F18-209EC3C94F3B}" dt="2025-11-02T08:39:41.690" v="16" actId="20577"/>
          <ac:spMkLst>
            <pc:docMk/>
            <pc:sldMk cId="0" sldId="259"/>
            <ac:spMk id="211" creationId="{00000000-0000-0000-0000-000000000000}"/>
          </ac:spMkLst>
        </pc:spChg>
        <pc:spChg chg="mod">
          <ac:chgData name="Frederik WAEYAERT" userId="0a783553-0729-41b3-bf53-bdfbefdf669e" providerId="ADAL" clId="{981D5CD8-A618-4CBA-8F18-209EC3C94F3B}" dt="2025-11-02T08:39:49.347" v="24" actId="20577"/>
          <ac:spMkLst>
            <pc:docMk/>
            <pc:sldMk cId="0" sldId="259"/>
            <ac:spMk id="212" creationId="{00000000-0000-0000-0000-000000000000}"/>
          </ac:spMkLst>
        </pc:spChg>
        <pc:spChg chg="mod">
          <ac:chgData name="Frederik WAEYAERT" userId="0a783553-0729-41b3-bf53-bdfbefdf669e" providerId="ADAL" clId="{981D5CD8-A618-4CBA-8F18-209EC3C94F3B}" dt="2025-11-02T08:39:57.859" v="34" actId="20577"/>
          <ac:spMkLst>
            <pc:docMk/>
            <pc:sldMk cId="0" sldId="259"/>
            <ac:spMk id="213" creationId="{00000000-0000-0000-0000-000000000000}"/>
          </ac:spMkLst>
        </pc:spChg>
        <pc:spChg chg="mod">
          <ac:chgData name="Frederik WAEYAERT" userId="0a783553-0729-41b3-bf53-bdfbefdf669e" providerId="ADAL" clId="{981D5CD8-A618-4CBA-8F18-209EC3C94F3B}" dt="2025-11-02T08:40:07.644" v="38" actId="20577"/>
          <ac:spMkLst>
            <pc:docMk/>
            <pc:sldMk cId="0" sldId="259"/>
            <ac:spMk id="214" creationId="{00000000-0000-0000-0000-000000000000}"/>
          </ac:spMkLst>
        </pc:spChg>
        <pc:spChg chg="mod">
          <ac:chgData name="Frederik WAEYAERT" userId="0a783553-0729-41b3-bf53-bdfbefdf669e" providerId="ADAL" clId="{981D5CD8-A618-4CBA-8F18-209EC3C94F3B}" dt="2025-11-02T08:40:13.915" v="40" actId="20577"/>
          <ac:spMkLst>
            <pc:docMk/>
            <pc:sldMk cId="0" sldId="259"/>
            <ac:spMk id="215" creationId="{00000000-0000-0000-0000-000000000000}"/>
          </ac:spMkLst>
        </pc:spChg>
        <pc:spChg chg="mod">
          <ac:chgData name="Frederik WAEYAERT" userId="0a783553-0729-41b3-bf53-bdfbefdf669e" providerId="ADAL" clId="{981D5CD8-A618-4CBA-8F18-209EC3C94F3B}" dt="2025-11-02T09:53:37.444" v="265" actId="20577"/>
          <ac:spMkLst>
            <pc:docMk/>
            <pc:sldMk cId="0" sldId="259"/>
            <ac:spMk id="216" creationId="{00000000-0000-0000-0000-000000000000}"/>
          </ac:spMkLst>
        </pc:spChg>
      </pc:sldChg>
      <pc:sldChg chg="addSp delSp modSp mod">
        <pc:chgData name="Frederik WAEYAERT" userId="0a783553-0729-41b3-bf53-bdfbefdf669e" providerId="ADAL" clId="{981D5CD8-A618-4CBA-8F18-209EC3C94F3B}" dt="2025-11-02T19:02:49.153" v="878" actId="1036"/>
        <pc:sldMkLst>
          <pc:docMk/>
          <pc:sldMk cId="0" sldId="260"/>
        </pc:sldMkLst>
        <pc:spChg chg="add mod">
          <ac:chgData name="Frederik WAEYAERT" userId="0a783553-0729-41b3-bf53-bdfbefdf669e" providerId="ADAL" clId="{981D5CD8-A618-4CBA-8F18-209EC3C94F3B}" dt="2025-11-02T10:04:52.251" v="489" actId="1076"/>
          <ac:spMkLst>
            <pc:docMk/>
            <pc:sldMk cId="0" sldId="260"/>
            <ac:spMk id="2" creationId="{FA14F33A-346D-350E-9753-2FA775E18069}"/>
          </ac:spMkLst>
        </pc:spChg>
        <pc:spChg chg="add mod">
          <ac:chgData name="Frederik WAEYAERT" userId="0a783553-0729-41b3-bf53-bdfbefdf669e" providerId="ADAL" clId="{981D5CD8-A618-4CBA-8F18-209EC3C94F3B}" dt="2025-11-02T10:04:45.801" v="488" actId="1076"/>
          <ac:spMkLst>
            <pc:docMk/>
            <pc:sldMk cId="0" sldId="260"/>
            <ac:spMk id="3" creationId="{BD4D3004-3872-8E23-A729-D96B3A7DEF9B}"/>
          </ac:spMkLst>
        </pc:spChg>
        <pc:spChg chg="add mod">
          <ac:chgData name="Frederik WAEYAERT" userId="0a783553-0729-41b3-bf53-bdfbefdf669e" providerId="ADAL" clId="{981D5CD8-A618-4CBA-8F18-209EC3C94F3B}" dt="2025-11-02T10:04:45.801" v="488" actId="1076"/>
          <ac:spMkLst>
            <pc:docMk/>
            <pc:sldMk cId="0" sldId="260"/>
            <ac:spMk id="4" creationId="{FF035F3B-0399-C67C-EEE5-F66761832115}"/>
          </ac:spMkLst>
        </pc:spChg>
        <pc:spChg chg="mod">
          <ac:chgData name="Frederik WAEYAERT" userId="0a783553-0729-41b3-bf53-bdfbefdf669e" providerId="ADAL" clId="{981D5CD8-A618-4CBA-8F18-209EC3C94F3B}" dt="2025-11-02T10:04:45.801" v="488" actId="1076"/>
          <ac:spMkLst>
            <pc:docMk/>
            <pc:sldMk cId="0" sldId="260"/>
            <ac:spMk id="5" creationId="{63E9BE38-EC62-1665-BCC9-79E4AB81258B}"/>
          </ac:spMkLst>
        </pc:spChg>
        <pc:spChg chg="mod">
          <ac:chgData name="Frederik WAEYAERT" userId="0a783553-0729-41b3-bf53-bdfbefdf669e" providerId="ADAL" clId="{981D5CD8-A618-4CBA-8F18-209EC3C94F3B}" dt="2025-11-02T10:04:45.801" v="488" actId="1076"/>
          <ac:spMkLst>
            <pc:docMk/>
            <pc:sldMk cId="0" sldId="260"/>
            <ac:spMk id="6" creationId="{F258292B-5019-2D03-6C33-77B455061DCC}"/>
          </ac:spMkLst>
        </pc:spChg>
        <pc:spChg chg="mod">
          <ac:chgData name="Frederik WAEYAERT" userId="0a783553-0729-41b3-bf53-bdfbefdf669e" providerId="ADAL" clId="{981D5CD8-A618-4CBA-8F18-209EC3C94F3B}" dt="2025-11-02T09:57:46.919" v="309" actId="1076"/>
          <ac:spMkLst>
            <pc:docMk/>
            <pc:sldMk cId="0" sldId="260"/>
            <ac:spMk id="7" creationId="{F1D6FF2D-883B-6DB7-6599-5E10FDA6C13E}"/>
          </ac:spMkLst>
        </pc:spChg>
        <pc:spChg chg="add mod">
          <ac:chgData name="Frederik WAEYAERT" userId="0a783553-0729-41b3-bf53-bdfbefdf669e" providerId="ADAL" clId="{981D5CD8-A618-4CBA-8F18-209EC3C94F3B}" dt="2025-11-02T10:02:23.642" v="463" actId="14100"/>
          <ac:spMkLst>
            <pc:docMk/>
            <pc:sldMk cId="0" sldId="260"/>
            <ac:spMk id="8" creationId="{55A27061-2DA1-A6A1-E9F2-E6B8E3299B64}"/>
          </ac:spMkLst>
        </pc:spChg>
        <pc:spChg chg="add mod">
          <ac:chgData name="Frederik WAEYAERT" userId="0a783553-0729-41b3-bf53-bdfbefdf669e" providerId="ADAL" clId="{981D5CD8-A618-4CBA-8F18-209EC3C94F3B}" dt="2025-11-02T10:04:45.801" v="488" actId="1076"/>
          <ac:spMkLst>
            <pc:docMk/>
            <pc:sldMk cId="0" sldId="260"/>
            <ac:spMk id="9" creationId="{F826BDE0-0F6A-48D1-4531-AFC98741C463}"/>
          </ac:spMkLst>
        </pc:spChg>
        <pc:spChg chg="add mod">
          <ac:chgData name="Frederik WAEYAERT" userId="0a783553-0729-41b3-bf53-bdfbefdf669e" providerId="ADAL" clId="{981D5CD8-A618-4CBA-8F18-209EC3C94F3B}" dt="2025-11-02T10:04:45.801" v="488" actId="1076"/>
          <ac:spMkLst>
            <pc:docMk/>
            <pc:sldMk cId="0" sldId="260"/>
            <ac:spMk id="10" creationId="{561E3814-2224-7544-DA4D-C93598E39B65}"/>
          </ac:spMkLst>
        </pc:spChg>
        <pc:spChg chg="add mod">
          <ac:chgData name="Frederik WAEYAERT" userId="0a783553-0729-41b3-bf53-bdfbefdf669e" providerId="ADAL" clId="{981D5CD8-A618-4CBA-8F18-209EC3C94F3B}" dt="2025-11-02T10:02:23.642" v="463" actId="14100"/>
          <ac:spMkLst>
            <pc:docMk/>
            <pc:sldMk cId="0" sldId="260"/>
            <ac:spMk id="15" creationId="{3FE92706-4B6A-97D1-5916-03E55BBDDED2}"/>
          </ac:spMkLst>
        </pc:spChg>
        <pc:spChg chg="mod">
          <ac:chgData name="Frederik WAEYAERT" userId="0a783553-0729-41b3-bf53-bdfbefdf669e" providerId="ADAL" clId="{981D5CD8-A618-4CBA-8F18-209EC3C94F3B}" dt="2025-11-02T10:04:45.801" v="488" actId="1076"/>
          <ac:spMkLst>
            <pc:docMk/>
            <pc:sldMk cId="0" sldId="260"/>
            <ac:spMk id="16" creationId="{8250F836-67AA-53FF-A41C-A31C28CE45A7}"/>
          </ac:spMkLst>
        </pc:spChg>
        <pc:spChg chg="add mod">
          <ac:chgData name="Frederik WAEYAERT" userId="0a783553-0729-41b3-bf53-bdfbefdf669e" providerId="ADAL" clId="{981D5CD8-A618-4CBA-8F18-209EC3C94F3B}" dt="2025-11-02T10:04:45.801" v="488" actId="1076"/>
          <ac:spMkLst>
            <pc:docMk/>
            <pc:sldMk cId="0" sldId="260"/>
            <ac:spMk id="17" creationId="{19E4D753-A6D1-CB94-6821-95C1837BBD4C}"/>
          </ac:spMkLst>
        </pc:spChg>
        <pc:spChg chg="add mod">
          <ac:chgData name="Frederik WAEYAERT" userId="0a783553-0729-41b3-bf53-bdfbefdf669e" providerId="ADAL" clId="{981D5CD8-A618-4CBA-8F18-209EC3C94F3B}" dt="2025-11-02T10:04:45.801" v="488" actId="1076"/>
          <ac:spMkLst>
            <pc:docMk/>
            <pc:sldMk cId="0" sldId="260"/>
            <ac:spMk id="18" creationId="{8F95F0BC-DAA3-BD1F-400F-77F707EB1307}"/>
          </ac:spMkLst>
        </pc:spChg>
        <pc:spChg chg="add mod">
          <ac:chgData name="Frederik WAEYAERT" userId="0a783553-0729-41b3-bf53-bdfbefdf669e" providerId="ADAL" clId="{981D5CD8-A618-4CBA-8F18-209EC3C94F3B}" dt="2025-11-02T10:04:45.801" v="488" actId="1076"/>
          <ac:spMkLst>
            <pc:docMk/>
            <pc:sldMk cId="0" sldId="260"/>
            <ac:spMk id="19" creationId="{2764F99B-98D6-3DAD-40AF-BEA3B730083A}"/>
          </ac:spMkLst>
        </pc:spChg>
        <pc:spChg chg="add del mod">
          <ac:chgData name="Frederik WAEYAERT" userId="0a783553-0729-41b3-bf53-bdfbefdf669e" providerId="ADAL" clId="{981D5CD8-A618-4CBA-8F18-209EC3C94F3B}" dt="2025-11-02T10:00:09.604" v="372" actId="478"/>
          <ac:spMkLst>
            <pc:docMk/>
            <pc:sldMk cId="0" sldId="260"/>
            <ac:spMk id="20" creationId="{7DADD1EB-AC10-8045-7A1D-B44D69E2323D}"/>
          </ac:spMkLst>
        </pc:spChg>
        <pc:spChg chg="mod">
          <ac:chgData name="Frederik WAEYAERT" userId="0a783553-0729-41b3-bf53-bdfbefdf669e" providerId="ADAL" clId="{981D5CD8-A618-4CBA-8F18-209EC3C94F3B}" dt="2025-11-02T19:01:41.578" v="851" actId="20577"/>
          <ac:spMkLst>
            <pc:docMk/>
            <pc:sldMk cId="0" sldId="260"/>
            <ac:spMk id="229" creationId="{00000000-0000-0000-0000-000000000000}"/>
          </ac:spMkLst>
        </pc:spChg>
        <pc:spChg chg="del mod">
          <ac:chgData name="Frederik WAEYAERT" userId="0a783553-0729-41b3-bf53-bdfbefdf669e" providerId="ADAL" clId="{981D5CD8-A618-4CBA-8F18-209EC3C94F3B}" dt="2025-11-02T10:03:59.924" v="482" actId="478"/>
          <ac:spMkLst>
            <pc:docMk/>
            <pc:sldMk cId="0" sldId="260"/>
            <ac:spMk id="230" creationId="{00000000-0000-0000-0000-000000000000}"/>
          </ac:spMkLst>
        </pc:spChg>
        <pc:spChg chg="del mod">
          <ac:chgData name="Frederik WAEYAERT" userId="0a783553-0729-41b3-bf53-bdfbefdf669e" providerId="ADAL" clId="{981D5CD8-A618-4CBA-8F18-209EC3C94F3B}" dt="2025-11-02T10:04:11.851" v="483" actId="478"/>
          <ac:spMkLst>
            <pc:docMk/>
            <pc:sldMk cId="0" sldId="260"/>
            <ac:spMk id="231" creationId="{00000000-0000-0000-0000-000000000000}"/>
          </ac:spMkLst>
        </pc:spChg>
        <pc:spChg chg="del mod">
          <ac:chgData name="Frederik WAEYAERT" userId="0a783553-0729-41b3-bf53-bdfbefdf669e" providerId="ADAL" clId="{981D5CD8-A618-4CBA-8F18-209EC3C94F3B}" dt="2025-11-02T10:03:59.924" v="482" actId="478"/>
          <ac:spMkLst>
            <pc:docMk/>
            <pc:sldMk cId="0" sldId="260"/>
            <ac:spMk id="232" creationId="{00000000-0000-0000-0000-000000000000}"/>
          </ac:spMkLst>
        </pc:spChg>
        <pc:spChg chg="del mod">
          <ac:chgData name="Frederik WAEYAERT" userId="0a783553-0729-41b3-bf53-bdfbefdf669e" providerId="ADAL" clId="{981D5CD8-A618-4CBA-8F18-209EC3C94F3B}" dt="2025-11-02T10:03:59.924" v="482" actId="478"/>
          <ac:spMkLst>
            <pc:docMk/>
            <pc:sldMk cId="0" sldId="260"/>
            <ac:spMk id="233" creationId="{00000000-0000-0000-0000-000000000000}"/>
          </ac:spMkLst>
        </pc:spChg>
        <pc:spChg chg="del mod">
          <ac:chgData name="Frederik WAEYAERT" userId="0a783553-0729-41b3-bf53-bdfbefdf669e" providerId="ADAL" clId="{981D5CD8-A618-4CBA-8F18-209EC3C94F3B}" dt="2025-11-02T10:03:59.924" v="482" actId="478"/>
          <ac:spMkLst>
            <pc:docMk/>
            <pc:sldMk cId="0" sldId="260"/>
            <ac:spMk id="234" creationId="{00000000-0000-0000-0000-000000000000}"/>
          </ac:spMkLst>
        </pc:spChg>
        <pc:spChg chg="del mod">
          <ac:chgData name="Frederik WAEYAERT" userId="0a783553-0729-41b3-bf53-bdfbefdf669e" providerId="ADAL" clId="{981D5CD8-A618-4CBA-8F18-209EC3C94F3B}" dt="2025-11-02T10:03:59.924" v="482" actId="478"/>
          <ac:spMkLst>
            <pc:docMk/>
            <pc:sldMk cId="0" sldId="260"/>
            <ac:spMk id="235" creationId="{00000000-0000-0000-0000-000000000000}"/>
          </ac:spMkLst>
        </pc:spChg>
        <pc:picChg chg="add mod">
          <ac:chgData name="Frederik WAEYAERT" userId="0a783553-0729-41b3-bf53-bdfbefdf669e" providerId="ADAL" clId="{981D5CD8-A618-4CBA-8F18-209EC3C94F3B}" dt="2025-11-02T19:02:49.153" v="878" actId="1036"/>
          <ac:picMkLst>
            <pc:docMk/>
            <pc:sldMk cId="0" sldId="260"/>
            <ac:picMk id="22" creationId="{70D4EED6-732A-5C53-07E4-EB119412825D}"/>
          </ac:picMkLst>
        </pc:picChg>
        <pc:picChg chg="add mod">
          <ac:chgData name="Frederik WAEYAERT" userId="0a783553-0729-41b3-bf53-bdfbefdf669e" providerId="ADAL" clId="{981D5CD8-A618-4CBA-8F18-209EC3C94F3B}" dt="2025-11-02T19:02:49.153" v="878" actId="1036"/>
          <ac:picMkLst>
            <pc:docMk/>
            <pc:sldMk cId="0" sldId="260"/>
            <ac:picMk id="24" creationId="{F338287A-257D-05E4-11A9-B4DBE21F8225}"/>
          </ac:picMkLst>
        </pc:picChg>
      </pc:sldChg>
      <pc:sldChg chg="addSp delSp modSp mod">
        <pc:chgData name="Frederik WAEYAERT" userId="0a783553-0729-41b3-bf53-bdfbefdf669e" providerId="ADAL" clId="{981D5CD8-A618-4CBA-8F18-209EC3C94F3B}" dt="2025-11-02T18:06:29.479" v="520" actId="1076"/>
        <pc:sldMkLst>
          <pc:docMk/>
          <pc:sldMk cId="0" sldId="262"/>
        </pc:sldMkLst>
        <pc:picChg chg="add mod">
          <ac:chgData name="Frederik WAEYAERT" userId="0a783553-0729-41b3-bf53-bdfbefdf669e" providerId="ADAL" clId="{981D5CD8-A618-4CBA-8F18-209EC3C94F3B}" dt="2025-11-02T18:06:29.479" v="520" actId="1076"/>
          <ac:picMkLst>
            <pc:docMk/>
            <pc:sldMk cId="0" sldId="262"/>
            <ac:picMk id="3" creationId="{DD18EF67-4668-A9FD-A8E0-BED76C3E8B04}"/>
          </ac:picMkLst>
        </pc:picChg>
        <pc:picChg chg="del">
          <ac:chgData name="Frederik WAEYAERT" userId="0a783553-0729-41b3-bf53-bdfbefdf669e" providerId="ADAL" clId="{981D5CD8-A618-4CBA-8F18-209EC3C94F3B}" dt="2025-11-02T18:06:23.254" v="516" actId="478"/>
          <ac:picMkLst>
            <pc:docMk/>
            <pc:sldMk cId="0" sldId="262"/>
            <ac:picMk id="5" creationId="{52DD73EC-A9C1-94B8-6DEA-7094D0FE6041}"/>
          </ac:picMkLst>
        </pc:picChg>
      </pc:sldChg>
      <pc:sldChg chg="modSp del mod">
        <pc:chgData name="Frederik WAEYAERT" userId="0a783553-0729-41b3-bf53-bdfbefdf669e" providerId="ADAL" clId="{981D5CD8-A618-4CBA-8F18-209EC3C94F3B}" dt="2025-11-02T18:25:33.810" v="816" actId="47"/>
        <pc:sldMkLst>
          <pc:docMk/>
          <pc:sldMk cId="0" sldId="263"/>
        </pc:sldMkLst>
        <pc:spChg chg="mod">
          <ac:chgData name="Frederik WAEYAERT" userId="0a783553-0729-41b3-bf53-bdfbefdf669e" providerId="ADAL" clId="{981D5CD8-A618-4CBA-8F18-209EC3C94F3B}" dt="2025-11-02T18:07:41.327" v="534" actId="20577"/>
          <ac:spMkLst>
            <pc:docMk/>
            <pc:sldMk cId="0" sldId="263"/>
            <ac:spMk id="247" creationId="{00000000-0000-0000-0000-000000000000}"/>
          </ac:spMkLst>
        </pc:spChg>
      </pc:sldChg>
      <pc:sldChg chg="modSp mod">
        <pc:chgData name="Frederik WAEYAERT" userId="0a783553-0729-41b3-bf53-bdfbefdf669e" providerId="ADAL" clId="{981D5CD8-A618-4CBA-8F18-209EC3C94F3B}" dt="2025-11-02T18:26:58.970" v="826" actId="20577"/>
        <pc:sldMkLst>
          <pc:docMk/>
          <pc:sldMk cId="0" sldId="264"/>
        </pc:sldMkLst>
        <pc:spChg chg="mod">
          <ac:chgData name="Frederik WAEYAERT" userId="0a783553-0729-41b3-bf53-bdfbefdf669e" providerId="ADAL" clId="{981D5CD8-A618-4CBA-8F18-209EC3C94F3B}" dt="2025-11-02T18:26:52.745" v="825" actId="20577"/>
          <ac:spMkLst>
            <pc:docMk/>
            <pc:sldMk cId="0" sldId="264"/>
            <ac:spMk id="250" creationId="{00000000-0000-0000-0000-000000000000}"/>
          </ac:spMkLst>
        </pc:spChg>
        <pc:spChg chg="mod">
          <ac:chgData name="Frederik WAEYAERT" userId="0a783553-0729-41b3-bf53-bdfbefdf669e" providerId="ADAL" clId="{981D5CD8-A618-4CBA-8F18-209EC3C94F3B}" dt="2025-11-02T18:26:58.970" v="826" actId="20577"/>
          <ac:spMkLst>
            <pc:docMk/>
            <pc:sldMk cId="0" sldId="264"/>
            <ac:spMk id="251" creationId="{00000000-0000-0000-0000-000000000000}"/>
          </ac:spMkLst>
        </pc:spChg>
      </pc:sldChg>
      <pc:sldChg chg="delSp modSp mod">
        <pc:chgData name="Frederik WAEYAERT" userId="0a783553-0729-41b3-bf53-bdfbefdf669e" providerId="ADAL" clId="{981D5CD8-A618-4CBA-8F18-209EC3C94F3B}" dt="2025-11-02T18:28:06.004" v="829" actId="20577"/>
        <pc:sldMkLst>
          <pc:docMk/>
          <pc:sldMk cId="0" sldId="266"/>
        </pc:sldMkLst>
        <pc:spChg chg="mod">
          <ac:chgData name="Frederik WAEYAERT" userId="0a783553-0729-41b3-bf53-bdfbefdf669e" providerId="ADAL" clId="{981D5CD8-A618-4CBA-8F18-209EC3C94F3B}" dt="2025-11-02T18:28:06.004" v="829" actId="20577"/>
          <ac:spMkLst>
            <pc:docMk/>
            <pc:sldMk cId="0" sldId="266"/>
            <ac:spMk id="259" creationId="{00000000-0000-0000-0000-000000000000}"/>
          </ac:spMkLst>
        </pc:spChg>
        <pc:picChg chg="del">
          <ac:chgData name="Frederik WAEYAERT" userId="0a783553-0729-41b3-bf53-bdfbefdf669e" providerId="ADAL" clId="{981D5CD8-A618-4CBA-8F18-209EC3C94F3B}" dt="2025-11-02T18:27:30.667" v="827" actId="478"/>
          <ac:picMkLst>
            <pc:docMk/>
            <pc:sldMk cId="0" sldId="266"/>
            <ac:picMk id="7" creationId="{278704DD-AD32-4782-D8AA-FFB79F2A96DE}"/>
          </ac:picMkLst>
        </pc:picChg>
      </pc:sldChg>
      <pc:sldChg chg="modSp mod">
        <pc:chgData name="Frederik WAEYAERT" userId="0a783553-0729-41b3-bf53-bdfbefdf669e" providerId="ADAL" clId="{981D5CD8-A618-4CBA-8F18-209EC3C94F3B}" dt="2025-11-02T19:49:48.498" v="1189" actId="27636"/>
        <pc:sldMkLst>
          <pc:docMk/>
          <pc:sldMk cId="0" sldId="267"/>
        </pc:sldMkLst>
        <pc:spChg chg="mod">
          <ac:chgData name="Frederik WAEYAERT" userId="0a783553-0729-41b3-bf53-bdfbefdf669e" providerId="ADAL" clId="{981D5CD8-A618-4CBA-8F18-209EC3C94F3B}" dt="2025-11-02T19:49:48.498" v="1189" actId="27636"/>
          <ac:spMkLst>
            <pc:docMk/>
            <pc:sldMk cId="0" sldId="267"/>
            <ac:spMk id="264" creationId="{00000000-0000-0000-0000-000000000000}"/>
          </ac:spMkLst>
        </pc:spChg>
      </pc:sldChg>
      <pc:sldChg chg="modSp del mod">
        <pc:chgData name="Frederik WAEYAERT" userId="0a783553-0729-41b3-bf53-bdfbefdf669e" providerId="ADAL" clId="{981D5CD8-A618-4CBA-8F18-209EC3C94F3B}" dt="2025-11-02T18:26:41.950" v="824" actId="47"/>
        <pc:sldMkLst>
          <pc:docMk/>
          <pc:sldMk cId="3405438618" sldId="268"/>
        </pc:sldMkLst>
        <pc:spChg chg="mod">
          <ac:chgData name="Frederik WAEYAERT" userId="0a783553-0729-41b3-bf53-bdfbefdf669e" providerId="ADAL" clId="{981D5CD8-A618-4CBA-8F18-209EC3C94F3B}" dt="2025-11-02T18:26:33.098" v="822" actId="20577"/>
          <ac:spMkLst>
            <pc:docMk/>
            <pc:sldMk cId="3405438618" sldId="268"/>
            <ac:spMk id="246" creationId="{00000000-0000-0000-0000-000000000000}"/>
          </ac:spMkLst>
        </pc:spChg>
      </pc:sldChg>
      <pc:sldChg chg="delSp modSp add mod">
        <pc:chgData name="Frederik WAEYAERT" userId="0a783553-0729-41b3-bf53-bdfbefdf669e" providerId="ADAL" clId="{981D5CD8-A618-4CBA-8F18-209EC3C94F3B}" dt="2025-11-02T20:26:18.208" v="1201" actId="20577"/>
        <pc:sldMkLst>
          <pc:docMk/>
          <pc:sldMk cId="1384263621" sldId="269"/>
        </pc:sldMkLst>
        <pc:spChg chg="del mod">
          <ac:chgData name="Frederik WAEYAERT" userId="0a783553-0729-41b3-bf53-bdfbefdf669e" providerId="ADAL" clId="{981D5CD8-A618-4CBA-8F18-209EC3C94F3B}" dt="2025-11-02T10:05:18.724" v="499" actId="478"/>
          <ac:spMkLst>
            <pc:docMk/>
            <pc:sldMk cId="1384263621" sldId="269"/>
            <ac:spMk id="2" creationId="{8C3BAF33-A621-38D2-A109-CB6E884C90C2}"/>
          </ac:spMkLst>
        </pc:spChg>
        <pc:spChg chg="del mod">
          <ac:chgData name="Frederik WAEYAERT" userId="0a783553-0729-41b3-bf53-bdfbefdf669e" providerId="ADAL" clId="{981D5CD8-A618-4CBA-8F18-209EC3C94F3B}" dt="2025-11-02T10:05:13.301" v="496" actId="478"/>
          <ac:spMkLst>
            <pc:docMk/>
            <pc:sldMk cId="1384263621" sldId="269"/>
            <ac:spMk id="3" creationId="{6D9C1704-690B-2DC2-706F-9B08F562B1B1}"/>
          </ac:spMkLst>
        </pc:spChg>
        <pc:spChg chg="del">
          <ac:chgData name="Frederik WAEYAERT" userId="0a783553-0729-41b3-bf53-bdfbefdf669e" providerId="ADAL" clId="{981D5CD8-A618-4CBA-8F18-209EC3C94F3B}" dt="2025-11-02T10:05:14.539" v="497" actId="478"/>
          <ac:spMkLst>
            <pc:docMk/>
            <pc:sldMk cId="1384263621" sldId="269"/>
            <ac:spMk id="4" creationId="{E8BE8C93-E28C-C8F5-69C8-58D14D0E9273}"/>
          </ac:spMkLst>
        </pc:spChg>
        <pc:spChg chg="del">
          <ac:chgData name="Frederik WAEYAERT" userId="0a783553-0729-41b3-bf53-bdfbefdf669e" providerId="ADAL" clId="{981D5CD8-A618-4CBA-8F18-209EC3C94F3B}" dt="2025-11-02T10:05:17.195" v="498" actId="478"/>
          <ac:spMkLst>
            <pc:docMk/>
            <pc:sldMk cId="1384263621" sldId="269"/>
            <ac:spMk id="5" creationId="{7DFAFAA3-9EE2-DF4F-7C26-B12A32760E2A}"/>
          </ac:spMkLst>
        </pc:spChg>
        <pc:spChg chg="del">
          <ac:chgData name="Frederik WAEYAERT" userId="0a783553-0729-41b3-bf53-bdfbefdf669e" providerId="ADAL" clId="{981D5CD8-A618-4CBA-8F18-209EC3C94F3B}" dt="2025-11-02T10:05:09.707" v="493" actId="478"/>
          <ac:spMkLst>
            <pc:docMk/>
            <pc:sldMk cId="1384263621" sldId="269"/>
            <ac:spMk id="6" creationId="{072682A4-D84C-9B86-CBF2-73D0DF319EB9}"/>
          </ac:spMkLst>
        </pc:spChg>
        <pc:spChg chg="del">
          <ac:chgData name="Frederik WAEYAERT" userId="0a783553-0729-41b3-bf53-bdfbefdf669e" providerId="ADAL" clId="{981D5CD8-A618-4CBA-8F18-209EC3C94F3B}" dt="2025-11-02T10:05:09.707" v="493" actId="478"/>
          <ac:spMkLst>
            <pc:docMk/>
            <pc:sldMk cId="1384263621" sldId="269"/>
            <ac:spMk id="7" creationId="{21FB4944-7ED1-19D8-ED46-DFA4E389F2EE}"/>
          </ac:spMkLst>
        </pc:spChg>
        <pc:spChg chg="del">
          <ac:chgData name="Frederik WAEYAERT" userId="0a783553-0729-41b3-bf53-bdfbefdf669e" providerId="ADAL" clId="{981D5CD8-A618-4CBA-8F18-209EC3C94F3B}" dt="2025-11-02T10:05:09.707" v="493" actId="478"/>
          <ac:spMkLst>
            <pc:docMk/>
            <pc:sldMk cId="1384263621" sldId="269"/>
            <ac:spMk id="8" creationId="{B364F0DA-58E1-D175-BE00-0DCE4E77BF04}"/>
          </ac:spMkLst>
        </pc:spChg>
        <pc:spChg chg="del">
          <ac:chgData name="Frederik WAEYAERT" userId="0a783553-0729-41b3-bf53-bdfbefdf669e" providerId="ADAL" clId="{981D5CD8-A618-4CBA-8F18-209EC3C94F3B}" dt="2025-11-02T10:05:09.707" v="493" actId="478"/>
          <ac:spMkLst>
            <pc:docMk/>
            <pc:sldMk cId="1384263621" sldId="269"/>
            <ac:spMk id="9" creationId="{DEF318B3-BC46-0B6D-FB5C-10F5AB15A330}"/>
          </ac:spMkLst>
        </pc:spChg>
        <pc:spChg chg="del">
          <ac:chgData name="Frederik WAEYAERT" userId="0a783553-0729-41b3-bf53-bdfbefdf669e" providerId="ADAL" clId="{981D5CD8-A618-4CBA-8F18-209EC3C94F3B}" dt="2025-11-02T10:05:09.707" v="493" actId="478"/>
          <ac:spMkLst>
            <pc:docMk/>
            <pc:sldMk cId="1384263621" sldId="269"/>
            <ac:spMk id="10" creationId="{2C4B6F32-04C3-9351-8332-6D2DD99B03A2}"/>
          </ac:spMkLst>
        </pc:spChg>
        <pc:spChg chg="del">
          <ac:chgData name="Frederik WAEYAERT" userId="0a783553-0729-41b3-bf53-bdfbefdf669e" providerId="ADAL" clId="{981D5CD8-A618-4CBA-8F18-209EC3C94F3B}" dt="2025-11-02T10:05:09.707" v="493" actId="478"/>
          <ac:spMkLst>
            <pc:docMk/>
            <pc:sldMk cId="1384263621" sldId="269"/>
            <ac:spMk id="15" creationId="{5EC1FDD6-EE58-647B-AB68-A7A469199615}"/>
          </ac:spMkLst>
        </pc:spChg>
        <pc:spChg chg="del">
          <ac:chgData name="Frederik WAEYAERT" userId="0a783553-0729-41b3-bf53-bdfbefdf669e" providerId="ADAL" clId="{981D5CD8-A618-4CBA-8F18-209EC3C94F3B}" dt="2025-11-02T10:05:09.707" v="493" actId="478"/>
          <ac:spMkLst>
            <pc:docMk/>
            <pc:sldMk cId="1384263621" sldId="269"/>
            <ac:spMk id="16" creationId="{3DB28A27-E871-6167-1EE9-0A38D9B76CF5}"/>
          </ac:spMkLst>
        </pc:spChg>
        <pc:spChg chg="del">
          <ac:chgData name="Frederik WAEYAERT" userId="0a783553-0729-41b3-bf53-bdfbefdf669e" providerId="ADAL" clId="{981D5CD8-A618-4CBA-8F18-209EC3C94F3B}" dt="2025-11-02T10:05:09.707" v="493" actId="478"/>
          <ac:spMkLst>
            <pc:docMk/>
            <pc:sldMk cId="1384263621" sldId="269"/>
            <ac:spMk id="17" creationId="{06FC330A-200D-002A-CB32-55A7F0DA16BA}"/>
          </ac:spMkLst>
        </pc:spChg>
        <pc:spChg chg="del">
          <ac:chgData name="Frederik WAEYAERT" userId="0a783553-0729-41b3-bf53-bdfbefdf669e" providerId="ADAL" clId="{981D5CD8-A618-4CBA-8F18-209EC3C94F3B}" dt="2025-11-02T10:05:09.707" v="493" actId="478"/>
          <ac:spMkLst>
            <pc:docMk/>
            <pc:sldMk cId="1384263621" sldId="269"/>
            <ac:spMk id="18" creationId="{1C407D56-75AC-F014-0614-6664D389A10B}"/>
          </ac:spMkLst>
        </pc:spChg>
        <pc:spChg chg="del">
          <ac:chgData name="Frederik WAEYAERT" userId="0a783553-0729-41b3-bf53-bdfbefdf669e" providerId="ADAL" clId="{981D5CD8-A618-4CBA-8F18-209EC3C94F3B}" dt="2025-11-02T10:05:09.707" v="493" actId="478"/>
          <ac:spMkLst>
            <pc:docMk/>
            <pc:sldMk cId="1384263621" sldId="269"/>
            <ac:spMk id="19" creationId="{1ADC01ED-E332-822A-6906-72BE02B3E794}"/>
          </ac:spMkLst>
        </pc:spChg>
        <pc:spChg chg="mod">
          <ac:chgData name="Frederik WAEYAERT" userId="0a783553-0729-41b3-bf53-bdfbefdf669e" providerId="ADAL" clId="{981D5CD8-A618-4CBA-8F18-209EC3C94F3B}" dt="2025-11-02T10:06:00.749" v="504" actId="1076"/>
          <ac:spMkLst>
            <pc:docMk/>
            <pc:sldMk cId="1384263621" sldId="269"/>
            <ac:spMk id="229" creationId="{8DA24824-1443-90DE-86F5-1E690EA4F9A5}"/>
          </ac:spMkLst>
        </pc:spChg>
        <pc:spChg chg="mod">
          <ac:chgData name="Frederik WAEYAERT" userId="0a783553-0729-41b3-bf53-bdfbefdf669e" providerId="ADAL" clId="{981D5CD8-A618-4CBA-8F18-209EC3C94F3B}" dt="2025-11-02T20:26:18.208" v="1201" actId="20577"/>
          <ac:spMkLst>
            <pc:docMk/>
            <pc:sldMk cId="1384263621" sldId="269"/>
            <ac:spMk id="230" creationId="{C6FCF45F-D724-62F6-C981-C40BA15F5212}"/>
          </ac:spMkLst>
        </pc:spChg>
        <pc:spChg chg="mod">
          <ac:chgData name="Frederik WAEYAERT" userId="0a783553-0729-41b3-bf53-bdfbefdf669e" providerId="ADAL" clId="{981D5CD8-A618-4CBA-8F18-209EC3C94F3B}" dt="2025-11-02T10:06:05.482" v="505" actId="1076"/>
          <ac:spMkLst>
            <pc:docMk/>
            <pc:sldMk cId="1384263621" sldId="269"/>
            <ac:spMk id="231" creationId="{55C86F04-3E21-4008-66E2-B3889C3444F6}"/>
          </ac:spMkLst>
        </pc:spChg>
        <pc:spChg chg="mod">
          <ac:chgData name="Frederik WAEYAERT" userId="0a783553-0729-41b3-bf53-bdfbefdf669e" providerId="ADAL" clId="{981D5CD8-A618-4CBA-8F18-209EC3C94F3B}" dt="2025-11-02T10:06:05.482" v="505" actId="1076"/>
          <ac:spMkLst>
            <pc:docMk/>
            <pc:sldMk cId="1384263621" sldId="269"/>
            <ac:spMk id="232" creationId="{72347513-7402-945C-7CA3-AE7F740AC0DB}"/>
          </ac:spMkLst>
        </pc:spChg>
        <pc:spChg chg="mod">
          <ac:chgData name="Frederik WAEYAERT" userId="0a783553-0729-41b3-bf53-bdfbefdf669e" providerId="ADAL" clId="{981D5CD8-A618-4CBA-8F18-209EC3C94F3B}" dt="2025-11-02T10:06:05.482" v="505" actId="1076"/>
          <ac:spMkLst>
            <pc:docMk/>
            <pc:sldMk cId="1384263621" sldId="269"/>
            <ac:spMk id="233" creationId="{E9B3DF32-D71A-64DA-4DF4-BFE5F5150D27}"/>
          </ac:spMkLst>
        </pc:spChg>
        <pc:spChg chg="mod">
          <ac:chgData name="Frederik WAEYAERT" userId="0a783553-0729-41b3-bf53-bdfbefdf669e" providerId="ADAL" clId="{981D5CD8-A618-4CBA-8F18-209EC3C94F3B}" dt="2025-11-02T10:06:05.482" v="505" actId="1076"/>
          <ac:spMkLst>
            <pc:docMk/>
            <pc:sldMk cId="1384263621" sldId="269"/>
            <ac:spMk id="234" creationId="{C366639A-BDB4-2DD6-BF85-D6FE1800BACF}"/>
          </ac:spMkLst>
        </pc:spChg>
        <pc:spChg chg="mod">
          <ac:chgData name="Frederik WAEYAERT" userId="0a783553-0729-41b3-bf53-bdfbefdf669e" providerId="ADAL" clId="{981D5CD8-A618-4CBA-8F18-209EC3C94F3B}" dt="2025-11-02T10:06:05.482" v="505" actId="1076"/>
          <ac:spMkLst>
            <pc:docMk/>
            <pc:sldMk cId="1384263621" sldId="269"/>
            <ac:spMk id="235" creationId="{8BDBDD3D-DF8F-3BF1-76CB-4275C808552F}"/>
          </ac:spMkLst>
        </pc:spChg>
      </pc:sldChg>
      <pc:sldChg chg="modSp add mod">
        <pc:chgData name="Frederik WAEYAERT" userId="0a783553-0729-41b3-bf53-bdfbefdf669e" providerId="ADAL" clId="{981D5CD8-A618-4CBA-8F18-209EC3C94F3B}" dt="2025-11-02T18:26:37.353" v="823" actId="20577"/>
        <pc:sldMkLst>
          <pc:docMk/>
          <pc:sldMk cId="2154281014" sldId="270"/>
        </pc:sldMkLst>
        <pc:spChg chg="mod">
          <ac:chgData name="Frederik WAEYAERT" userId="0a783553-0729-41b3-bf53-bdfbefdf669e" providerId="ADAL" clId="{981D5CD8-A618-4CBA-8F18-209EC3C94F3B}" dt="2025-11-02T18:26:37.353" v="823" actId="20577"/>
          <ac:spMkLst>
            <pc:docMk/>
            <pc:sldMk cId="2154281014" sldId="270"/>
            <ac:spMk id="246" creationId="{10719FE6-6C5C-7EE5-2E36-9CABAF990C3E}"/>
          </ac:spMkLst>
        </pc:spChg>
        <pc:spChg chg="mod">
          <ac:chgData name="Frederik WAEYAERT" userId="0a783553-0729-41b3-bf53-bdfbefdf669e" providerId="ADAL" clId="{981D5CD8-A618-4CBA-8F18-209EC3C94F3B}" dt="2025-11-02T18:22:08.378" v="650" actId="20577"/>
          <ac:spMkLst>
            <pc:docMk/>
            <pc:sldMk cId="2154281014" sldId="270"/>
            <ac:spMk id="247" creationId="{2C7C8963-B1F4-2710-59AB-4AE6AF292359}"/>
          </ac:spMkLst>
        </pc:spChg>
      </pc:sldChg>
      <pc:sldChg chg="add del">
        <pc:chgData name="Frederik WAEYAERT" userId="0a783553-0729-41b3-bf53-bdfbefdf669e" providerId="ADAL" clId="{981D5CD8-A618-4CBA-8F18-209EC3C94F3B}" dt="2025-11-02T18:22:25.914" v="652" actId="47"/>
        <pc:sldMkLst>
          <pc:docMk/>
          <pc:sldMk cId="495862611" sldId="271"/>
        </pc:sldMkLst>
      </pc:sldChg>
      <pc:sldChg chg="modSp add mod">
        <pc:chgData name="Frederik WAEYAERT" userId="0a783553-0729-41b3-bf53-bdfbefdf669e" providerId="ADAL" clId="{981D5CD8-A618-4CBA-8F18-209EC3C94F3B}" dt="2025-11-02T18:26:29.936" v="821" actId="20577"/>
        <pc:sldMkLst>
          <pc:docMk/>
          <pc:sldMk cId="3325446512" sldId="272"/>
        </pc:sldMkLst>
        <pc:spChg chg="mod">
          <ac:chgData name="Frederik WAEYAERT" userId="0a783553-0729-41b3-bf53-bdfbefdf669e" providerId="ADAL" clId="{981D5CD8-A618-4CBA-8F18-209EC3C94F3B}" dt="2025-11-02T18:26:29.936" v="821" actId="20577"/>
          <ac:spMkLst>
            <pc:docMk/>
            <pc:sldMk cId="3325446512" sldId="272"/>
            <ac:spMk id="246" creationId="{BF93DBBA-903D-16E0-EFE8-6221BEB4A595}"/>
          </ac:spMkLst>
        </pc:spChg>
        <pc:spChg chg="mod">
          <ac:chgData name="Frederik WAEYAERT" userId="0a783553-0729-41b3-bf53-bdfbefdf669e" providerId="ADAL" clId="{981D5CD8-A618-4CBA-8F18-209EC3C94F3B}" dt="2025-11-02T18:25:54.753" v="819" actId="113"/>
          <ac:spMkLst>
            <pc:docMk/>
            <pc:sldMk cId="3325446512" sldId="272"/>
            <ac:spMk id="247" creationId="{5082E530-93D7-69E1-AFF7-387A142BEA6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oofdtekst - niveau één"/>
          <p:cNvSpPr txBox="1">
            <a:spLocks noGrp="1"/>
          </p:cNvSpPr>
          <p:nvPr>
            <p:ph type="body" sz="quarter" idx="21"/>
          </p:nvPr>
        </p:nvSpPr>
        <p:spPr>
          <a:xfrm>
            <a:off x="2072387" y="6115559"/>
            <a:ext cx="10007601" cy="4470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Inter Regular"/>
                <a:ea typeface="Inter Regular"/>
                <a:cs typeface="Inter Regular"/>
                <a:sym typeface="Inter Regular"/>
              </a:defRPr>
            </a:lvl1pPr>
          </a:lstStyle>
          <a:p>
            <a:r>
              <a:t>Hoofdtekst - niveau één</a:t>
            </a:r>
          </a:p>
        </p:txBody>
      </p:sp>
      <p:sp>
        <p:nvSpPr>
          <p:cNvPr id="15" name="Titeltekst"/>
          <p:cNvSpPr txBox="1">
            <a:spLocks noGrp="1"/>
          </p:cNvSpPr>
          <p:nvPr>
            <p:ph type="body" sz="quarter" idx="22"/>
          </p:nvPr>
        </p:nvSpPr>
        <p:spPr>
          <a:xfrm>
            <a:off x="2072073" y="5111632"/>
            <a:ext cx="20087454" cy="1083426"/>
          </a:xfrm>
          <a:prstGeom prst="rect">
            <a:avLst/>
          </a:prstGeom>
        </p:spPr>
        <p:txBody>
          <a:bodyPr anchor="ctr"/>
          <a:lstStyle>
            <a:lvl1pPr>
              <a:defRPr sz="58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r>
              <a:t>Titeltekst</a:t>
            </a:r>
          </a:p>
        </p:txBody>
      </p:sp>
      <p:sp>
        <p:nvSpPr>
          <p:cNvPr id="16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NEW MEDIA AND COMMUNICATION TECHNOLOGY"/>
          <p:cNvSpPr txBox="1"/>
          <p:nvPr/>
        </p:nvSpPr>
        <p:spPr>
          <a:xfrm>
            <a:off x="1599542" y="13153163"/>
            <a:ext cx="7468346" cy="42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>
            <a:lvl1pPr algn="l" defTabSz="387984">
              <a:defRPr sz="2115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NEW MEDIA AND COMMUNICATION TECHNOLOGY </a:t>
            </a:r>
          </a:p>
        </p:txBody>
      </p:sp>
      <p:pic>
        <p:nvPicPr>
          <p:cNvPr id="24" name="pasted-image.pdf" descr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76" y="13131100"/>
            <a:ext cx="369814" cy="395298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Rechthoek"/>
          <p:cNvSpPr/>
          <p:nvPr/>
        </p:nvSpPr>
        <p:spPr>
          <a:xfrm>
            <a:off x="-776366" y="-87140"/>
            <a:ext cx="25165944" cy="13817601"/>
          </a:xfrm>
          <a:prstGeom prst="rect">
            <a:avLst/>
          </a:prstGeom>
          <a:solidFill>
            <a:srgbClr val="E85E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6" name="pasted-image.pdf" descr="pasted-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1182" y="-123301"/>
            <a:ext cx="13888219" cy="13889924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Inhoud"/>
          <p:cNvSpPr txBox="1"/>
          <p:nvPr/>
        </p:nvSpPr>
        <p:spPr>
          <a:xfrm>
            <a:off x="1104900" y="4318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algn="l" defTabSz="914400">
              <a:defRPr sz="5700" b="1" spc="-114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Inhoud</a:t>
            </a:r>
          </a:p>
        </p:txBody>
      </p:sp>
      <p:sp>
        <p:nvSpPr>
          <p:cNvPr id="28" name="Hoofdtekst - niveau één…"/>
          <p:cNvSpPr txBox="1">
            <a:spLocks noGrp="1"/>
          </p:cNvSpPr>
          <p:nvPr>
            <p:ph type="body" idx="21"/>
          </p:nvPr>
        </p:nvSpPr>
        <p:spPr>
          <a:xfrm>
            <a:off x="1092200" y="3124200"/>
            <a:ext cx="22237700" cy="9372600"/>
          </a:xfrm>
          <a:prstGeom prst="rect">
            <a:avLst/>
          </a:prstGeom>
        </p:spPr>
        <p:txBody>
          <a:bodyPr/>
          <a:lstStyle/>
          <a:p>
            <a: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>
                <a:solidFill>
                  <a:srgbClr val="FFFFFF"/>
                </a:solidFill>
              </a:defRPr>
            </a:pPr>
            <a:r>
              <a:t>Hoofdtekst - niveau één</a:t>
            </a:r>
          </a:p>
          <a:p>
            <a: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>
                <a:solidFill>
                  <a:srgbClr val="FFFFFF"/>
                </a:solidFill>
              </a:defRPr>
            </a:pPr>
            <a:r>
              <a:t>Hoofdtekst - niveau één</a:t>
            </a:r>
          </a:p>
          <a:p>
            <a: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>
                <a:solidFill>
                  <a:srgbClr val="FFFFFF"/>
                </a:solidFill>
              </a:defRPr>
            </a:pPr>
            <a:r>
              <a:t>Hoofdtekst - niveau één</a:t>
            </a:r>
          </a:p>
          <a:p>
            <a: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>
                <a:solidFill>
                  <a:srgbClr val="FFFFFF"/>
                </a:solidFill>
              </a:defRPr>
            </a:pPr>
            <a:r>
              <a:t>Hoofdtekst - niveau één</a:t>
            </a:r>
          </a:p>
          <a:p>
            <a: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>
                <a:solidFill>
                  <a:srgbClr val="FFFFFF"/>
                </a:solidFill>
              </a:defRPr>
            </a:pPr>
            <a:r>
              <a:t>Hoofdtekst - niveau één</a:t>
            </a:r>
          </a:p>
          <a:p>
            <a: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>
                <a:solidFill>
                  <a:srgbClr val="FFFFFF"/>
                </a:solidFill>
              </a:defRPr>
            </a:pPr>
            <a:r>
              <a:t>Hoofdtekst - niveau één</a:t>
            </a:r>
          </a:p>
        </p:txBody>
      </p:sp>
      <p:sp>
        <p:nvSpPr>
          <p:cNvPr id="29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llustratie -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hoek"/>
          <p:cNvSpPr/>
          <p:nvPr/>
        </p:nvSpPr>
        <p:spPr>
          <a:xfrm>
            <a:off x="14979409" y="3872"/>
            <a:ext cx="25165944" cy="13860657"/>
          </a:xfrm>
          <a:prstGeom prst="rect">
            <a:avLst/>
          </a:prstGeom>
          <a:solidFill>
            <a:srgbClr val="E85E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" name="Titeltekst"/>
          <p:cNvSpPr txBox="1">
            <a:spLocks noGrp="1"/>
          </p:cNvSpPr>
          <p:nvPr>
            <p:ph type="body" sz="quarter" idx="21"/>
          </p:nvPr>
        </p:nvSpPr>
        <p:spPr>
          <a:xfrm>
            <a:off x="1092200" y="469900"/>
            <a:ext cx="22237700" cy="1968500"/>
          </a:xfrm>
          <a:prstGeom prst="rect">
            <a:avLst/>
          </a:prstGeom>
        </p:spPr>
        <p:txBody>
          <a:bodyPr anchor="b"/>
          <a:lstStyle>
            <a:lvl1pPr defTabSz="914400">
              <a:defRPr sz="5700" b="1" spc="-11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Titeltekst</a:t>
            </a:r>
          </a:p>
        </p:txBody>
      </p:sp>
      <p:sp>
        <p:nvSpPr>
          <p:cNvPr id="38" name="Hoofdtekst - niveau één…"/>
          <p:cNvSpPr txBox="1">
            <a:spLocks noGrp="1"/>
          </p:cNvSpPr>
          <p:nvPr>
            <p:ph type="body" sz="half" idx="22"/>
          </p:nvPr>
        </p:nvSpPr>
        <p:spPr>
          <a:xfrm>
            <a:off x="1092200" y="3124200"/>
            <a:ext cx="12475241" cy="9372600"/>
          </a:xfrm>
          <a:prstGeom prst="rect">
            <a:avLst/>
          </a:prstGeom>
        </p:spPr>
        <p:txBody>
          <a:bodyPr/>
          <a:lstStyle>
            <a:lvl1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1pPr>
            <a:lvl2pPr marL="127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2pPr>
            <a:lvl3pPr marL="190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3pPr>
            <a:lvl4pPr marL="254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4pPr>
            <a:lvl5pPr marL="317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pic>
        <p:nvPicPr>
          <p:cNvPr id="39" name="pasted-image.pdf" descr="pasted-image.pdf"/>
          <p:cNvPicPr>
            <a:picLocks noChangeAspect="1"/>
          </p:cNvPicPr>
          <p:nvPr/>
        </p:nvPicPr>
        <p:blipFill>
          <a:blip r:embed="rId2"/>
          <a:srcRect l="30647" t="106" b="105"/>
          <a:stretch>
            <a:fillRect/>
          </a:stretch>
        </p:blipFill>
        <p:spPr>
          <a:xfrm rot="10800000" flipH="1">
            <a:off x="14957262" y="3968"/>
            <a:ext cx="9631760" cy="138604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0" name="MCT"/>
          <p:cNvSpPr txBox="1"/>
          <p:nvPr/>
        </p:nvSpPr>
        <p:spPr>
          <a:xfrm>
            <a:off x="16524684" y="13030248"/>
            <a:ext cx="1864907" cy="42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algn="l" defTabSz="404495">
              <a:defRPr sz="220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r>
              <a:t>MCT</a:t>
            </a:r>
          </a:p>
        </p:txBody>
      </p:sp>
      <p:pic>
        <p:nvPicPr>
          <p:cNvPr id="41" name="pasted-image.pdf" descr="pasted-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5645" y="13025733"/>
            <a:ext cx="368072" cy="395298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952499" y="12992100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&amp;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hoek"/>
          <p:cNvSpPr/>
          <p:nvPr/>
        </p:nvSpPr>
        <p:spPr>
          <a:xfrm>
            <a:off x="-747713" y="12949624"/>
            <a:ext cx="25165944" cy="786989"/>
          </a:xfrm>
          <a:prstGeom prst="rect">
            <a:avLst/>
          </a:prstGeom>
          <a:solidFill>
            <a:srgbClr val="44C8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811555" y="13101818"/>
            <a:ext cx="467361" cy="4737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1" name="Titeltekst"/>
          <p:cNvSpPr txBox="1">
            <a:spLocks noGrp="1"/>
          </p:cNvSpPr>
          <p:nvPr>
            <p:ph type="body" sz="quarter" idx="21"/>
          </p:nvPr>
        </p:nvSpPr>
        <p:spPr>
          <a:xfrm>
            <a:off x="1104900" y="469900"/>
            <a:ext cx="22237700" cy="1968500"/>
          </a:xfrm>
          <a:prstGeom prst="rect">
            <a:avLst/>
          </a:prstGeom>
        </p:spPr>
        <p:txBody>
          <a:bodyPr anchor="b"/>
          <a:lstStyle>
            <a:lvl1pPr defTabSz="914400">
              <a:defRPr sz="5700" b="1" spc="-11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Titeltekst</a:t>
            </a:r>
          </a:p>
        </p:txBody>
      </p:sp>
      <p:sp>
        <p:nvSpPr>
          <p:cNvPr id="52" name="Hoofdtekst - niveau één…"/>
          <p:cNvSpPr txBox="1">
            <a:spLocks noGrp="1"/>
          </p:cNvSpPr>
          <p:nvPr>
            <p:ph type="body" idx="22"/>
          </p:nvPr>
        </p:nvSpPr>
        <p:spPr>
          <a:xfrm>
            <a:off x="1092200" y="3124200"/>
            <a:ext cx="22237700" cy="9372600"/>
          </a:xfrm>
          <a:prstGeom prst="rect">
            <a:avLst/>
          </a:prstGeom>
        </p:spPr>
        <p:txBody>
          <a:bodyPr/>
          <a:lstStyle>
            <a:lvl1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1pPr>
            <a:lvl2pPr marL="127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2pPr>
            <a:lvl3pPr marL="190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3pPr>
            <a:lvl4pPr marL="254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4pPr>
            <a:lvl5pPr marL="317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pic>
        <p:nvPicPr>
          <p:cNvPr id="53" name="Opleidings-SYMBOOL_Howest-Multimedia_en_Communicatietechnologie_WIT.png" descr="Opleidings-SYMBOOL_Howest-Multimedia_en_Communicatietechnologie_W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35" y="12996805"/>
            <a:ext cx="692626" cy="6926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&amp; inhoud zonder num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hthoek"/>
          <p:cNvSpPr/>
          <p:nvPr/>
        </p:nvSpPr>
        <p:spPr>
          <a:xfrm>
            <a:off x="-747713" y="12949624"/>
            <a:ext cx="25165944" cy="786989"/>
          </a:xfrm>
          <a:prstGeom prst="rect">
            <a:avLst/>
          </a:prstGeom>
          <a:solidFill>
            <a:srgbClr val="E85E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Titeltekst"/>
          <p:cNvSpPr txBox="1">
            <a:spLocks noGrp="1"/>
          </p:cNvSpPr>
          <p:nvPr>
            <p:ph type="body" sz="quarter" idx="21"/>
          </p:nvPr>
        </p:nvSpPr>
        <p:spPr>
          <a:xfrm>
            <a:off x="1104900" y="469900"/>
            <a:ext cx="22237700" cy="1968500"/>
          </a:xfrm>
          <a:prstGeom prst="rect">
            <a:avLst/>
          </a:prstGeom>
        </p:spPr>
        <p:txBody>
          <a:bodyPr anchor="b"/>
          <a:lstStyle>
            <a:lvl1pPr defTabSz="914400">
              <a:defRPr sz="5700" b="1" spc="-11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Titeltekst</a:t>
            </a:r>
          </a:p>
        </p:txBody>
      </p:sp>
      <p:sp>
        <p:nvSpPr>
          <p:cNvPr id="62" name="Hoofdtekst - niveau één…"/>
          <p:cNvSpPr txBox="1">
            <a:spLocks noGrp="1"/>
          </p:cNvSpPr>
          <p:nvPr>
            <p:ph type="body" idx="22"/>
          </p:nvPr>
        </p:nvSpPr>
        <p:spPr>
          <a:xfrm>
            <a:off x="1092200" y="3124200"/>
            <a:ext cx="22237700" cy="9372600"/>
          </a:xfrm>
          <a:prstGeom prst="rect">
            <a:avLst/>
          </a:prstGeom>
        </p:spPr>
        <p:txBody>
          <a:bodyPr/>
          <a:lstStyle>
            <a:lvl1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1pPr>
            <a:lvl2pPr marL="127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2pPr>
            <a:lvl3pPr marL="190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3pPr>
            <a:lvl4pPr marL="254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4pPr>
            <a:lvl5pPr marL="317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63" name="MCT"/>
          <p:cNvSpPr txBox="1"/>
          <p:nvPr/>
        </p:nvSpPr>
        <p:spPr>
          <a:xfrm>
            <a:off x="1614884" y="13144388"/>
            <a:ext cx="1864907" cy="42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algn="l" defTabSz="404495">
              <a:defRPr sz="220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r>
              <a:t>MCT</a:t>
            </a:r>
          </a:p>
        </p:txBody>
      </p:sp>
      <p:pic>
        <p:nvPicPr>
          <p:cNvPr id="64" name="pasted-image.pdf" descr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45" y="13139873"/>
            <a:ext cx="368072" cy="395298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811555" y="13101818"/>
            <a:ext cx="467361" cy="4737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hthoek"/>
          <p:cNvSpPr/>
          <p:nvPr/>
        </p:nvSpPr>
        <p:spPr>
          <a:xfrm>
            <a:off x="-747713" y="12949624"/>
            <a:ext cx="25165944" cy="786989"/>
          </a:xfrm>
          <a:prstGeom prst="rect">
            <a:avLst/>
          </a:prstGeom>
          <a:solidFill>
            <a:srgbClr val="E85E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811555" y="13101818"/>
            <a:ext cx="467361" cy="4737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4" name="Titeltekst"/>
          <p:cNvSpPr txBox="1">
            <a:spLocks noGrp="1"/>
          </p:cNvSpPr>
          <p:nvPr>
            <p:ph type="body" sz="quarter" idx="21"/>
          </p:nvPr>
        </p:nvSpPr>
        <p:spPr>
          <a:xfrm>
            <a:off x="1104900" y="469900"/>
            <a:ext cx="22237700" cy="1968500"/>
          </a:xfrm>
          <a:prstGeom prst="rect">
            <a:avLst/>
          </a:prstGeom>
        </p:spPr>
        <p:txBody>
          <a:bodyPr anchor="b"/>
          <a:lstStyle>
            <a:lvl1pPr defTabSz="914400">
              <a:defRPr sz="5700" b="1" spc="-11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Titeltekst</a:t>
            </a:r>
          </a:p>
        </p:txBody>
      </p:sp>
      <p:sp>
        <p:nvSpPr>
          <p:cNvPr id="75" name="Hoofdtekst - niveau één…"/>
          <p:cNvSpPr txBox="1">
            <a:spLocks noGrp="1"/>
          </p:cNvSpPr>
          <p:nvPr>
            <p:ph type="body" sz="half" idx="22"/>
          </p:nvPr>
        </p:nvSpPr>
        <p:spPr>
          <a:xfrm>
            <a:off x="1092200" y="3122012"/>
            <a:ext cx="10809155" cy="9372601"/>
          </a:xfrm>
          <a:prstGeom prst="rect">
            <a:avLst/>
          </a:prstGeom>
        </p:spPr>
        <p:txBody>
          <a:bodyPr/>
          <a:lstStyle>
            <a:lvl1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1pPr>
            <a:lvl2pPr marL="127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2pPr>
            <a:lvl3pPr marL="190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3pPr>
            <a:lvl4pPr marL="254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4pPr>
            <a:lvl5pPr marL="317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76" name="Hoofdtekst - niveau één…"/>
          <p:cNvSpPr txBox="1">
            <a:spLocks noGrp="1"/>
          </p:cNvSpPr>
          <p:nvPr>
            <p:ph type="body" sz="half" idx="23"/>
          </p:nvPr>
        </p:nvSpPr>
        <p:spPr>
          <a:xfrm>
            <a:off x="12496232" y="3122012"/>
            <a:ext cx="10809156" cy="9372601"/>
          </a:xfrm>
          <a:prstGeom prst="rect">
            <a:avLst/>
          </a:prstGeom>
        </p:spPr>
        <p:txBody>
          <a:bodyPr/>
          <a:lstStyle>
            <a:lvl1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1pPr>
            <a:lvl2pPr marL="127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2pPr>
            <a:lvl3pPr marL="190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3pPr>
            <a:lvl4pPr marL="254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4pPr>
            <a:lvl5pPr marL="317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77" name="MCT"/>
          <p:cNvSpPr txBox="1"/>
          <p:nvPr/>
        </p:nvSpPr>
        <p:spPr>
          <a:xfrm>
            <a:off x="1614884" y="13144388"/>
            <a:ext cx="1864907" cy="42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algn="l" defTabSz="404495">
              <a:defRPr sz="220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r>
              <a:t>MCT</a:t>
            </a:r>
          </a:p>
        </p:txBody>
      </p:sp>
      <p:pic>
        <p:nvPicPr>
          <p:cNvPr id="78" name="pasted-image.pdf" descr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45" y="13139873"/>
            <a:ext cx="368072" cy="3952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 kolommen zonder num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hoek"/>
          <p:cNvSpPr/>
          <p:nvPr/>
        </p:nvSpPr>
        <p:spPr>
          <a:xfrm>
            <a:off x="-747713" y="12949624"/>
            <a:ext cx="25165944" cy="786989"/>
          </a:xfrm>
          <a:prstGeom prst="rect">
            <a:avLst/>
          </a:prstGeom>
          <a:solidFill>
            <a:srgbClr val="E85E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6" name="Titeltekst"/>
          <p:cNvSpPr txBox="1">
            <a:spLocks noGrp="1"/>
          </p:cNvSpPr>
          <p:nvPr>
            <p:ph type="body" sz="quarter" idx="21"/>
          </p:nvPr>
        </p:nvSpPr>
        <p:spPr>
          <a:xfrm>
            <a:off x="1104900" y="469900"/>
            <a:ext cx="22237700" cy="1968500"/>
          </a:xfrm>
          <a:prstGeom prst="rect">
            <a:avLst/>
          </a:prstGeom>
        </p:spPr>
        <p:txBody>
          <a:bodyPr anchor="b"/>
          <a:lstStyle>
            <a:lvl1pPr defTabSz="914400">
              <a:defRPr sz="5700" b="1" spc="-11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Titeltekst</a:t>
            </a:r>
          </a:p>
        </p:txBody>
      </p:sp>
      <p:sp>
        <p:nvSpPr>
          <p:cNvPr id="87" name="Hoofdtekst - niveau één…"/>
          <p:cNvSpPr txBox="1">
            <a:spLocks noGrp="1"/>
          </p:cNvSpPr>
          <p:nvPr>
            <p:ph type="body" sz="half" idx="22"/>
          </p:nvPr>
        </p:nvSpPr>
        <p:spPr>
          <a:xfrm>
            <a:off x="1092200" y="3122012"/>
            <a:ext cx="10809155" cy="9372601"/>
          </a:xfrm>
          <a:prstGeom prst="rect">
            <a:avLst/>
          </a:prstGeom>
        </p:spPr>
        <p:txBody>
          <a:bodyPr/>
          <a:lstStyle>
            <a:lvl1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1pPr>
            <a:lvl2pPr marL="127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2pPr>
            <a:lvl3pPr marL="190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3pPr>
            <a:lvl4pPr marL="254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4pPr>
            <a:lvl5pPr marL="317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88" name="Hoofdtekst - niveau één…"/>
          <p:cNvSpPr txBox="1">
            <a:spLocks noGrp="1"/>
          </p:cNvSpPr>
          <p:nvPr>
            <p:ph type="body" sz="half" idx="23"/>
          </p:nvPr>
        </p:nvSpPr>
        <p:spPr>
          <a:xfrm>
            <a:off x="12496232" y="3122012"/>
            <a:ext cx="10809156" cy="9372601"/>
          </a:xfrm>
          <a:prstGeom prst="rect">
            <a:avLst/>
          </a:prstGeom>
        </p:spPr>
        <p:txBody>
          <a:bodyPr/>
          <a:lstStyle>
            <a:lvl1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1pPr>
            <a:lvl2pPr marL="127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2pPr>
            <a:lvl3pPr marL="190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3pPr>
            <a:lvl4pPr marL="254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4pPr>
            <a:lvl5pPr marL="317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89" name="MCT"/>
          <p:cNvSpPr txBox="1"/>
          <p:nvPr/>
        </p:nvSpPr>
        <p:spPr>
          <a:xfrm>
            <a:off x="1614884" y="13144388"/>
            <a:ext cx="1864907" cy="42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algn="l" defTabSz="404495">
              <a:defRPr sz="220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r>
              <a:t>MCT</a:t>
            </a:r>
          </a:p>
        </p:txBody>
      </p:sp>
      <p:pic>
        <p:nvPicPr>
          <p:cNvPr id="90" name="pasted-image.pdf" descr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45" y="13139873"/>
            <a:ext cx="368072" cy="395298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811555" y="13101818"/>
            <a:ext cx="467361" cy="4737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 -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eltekst"/>
          <p:cNvSpPr txBox="1">
            <a:spLocks noGrp="1"/>
          </p:cNvSpPr>
          <p:nvPr>
            <p:ph type="body" sz="quarter" idx="21"/>
          </p:nvPr>
        </p:nvSpPr>
        <p:spPr>
          <a:xfrm>
            <a:off x="1104900" y="469900"/>
            <a:ext cx="22237700" cy="1968500"/>
          </a:xfrm>
          <a:prstGeom prst="rect">
            <a:avLst/>
          </a:prstGeom>
        </p:spPr>
        <p:txBody>
          <a:bodyPr anchor="b"/>
          <a:lstStyle>
            <a:lvl1pPr defTabSz="914400">
              <a:defRPr sz="5700" b="1" spc="-11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Titeltekst</a:t>
            </a:r>
          </a:p>
        </p:txBody>
      </p:sp>
      <p:sp>
        <p:nvSpPr>
          <p:cNvPr id="99" name="Hoofdtekst - niveau één…"/>
          <p:cNvSpPr txBox="1">
            <a:spLocks noGrp="1"/>
          </p:cNvSpPr>
          <p:nvPr>
            <p:ph type="body" sz="quarter" idx="22"/>
          </p:nvPr>
        </p:nvSpPr>
        <p:spPr>
          <a:xfrm>
            <a:off x="1092200" y="3122012"/>
            <a:ext cx="10809155" cy="4954389"/>
          </a:xfrm>
          <a:prstGeom prst="rect">
            <a:avLst/>
          </a:prstGeom>
        </p:spPr>
        <p:txBody>
          <a:bodyPr/>
          <a:lstStyle>
            <a:lvl1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1pPr>
            <a:lvl2pPr marL="127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2pPr>
            <a:lvl3pPr marL="190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3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</p:txBody>
      </p:sp>
      <p:sp>
        <p:nvSpPr>
          <p:cNvPr id="100" name="Hoofdtekst - niveau één…"/>
          <p:cNvSpPr txBox="1">
            <a:spLocks noGrp="1"/>
          </p:cNvSpPr>
          <p:nvPr>
            <p:ph type="body" sz="quarter" idx="23"/>
          </p:nvPr>
        </p:nvSpPr>
        <p:spPr>
          <a:xfrm>
            <a:off x="12496232" y="3122012"/>
            <a:ext cx="10809156" cy="4954389"/>
          </a:xfrm>
          <a:prstGeom prst="rect">
            <a:avLst/>
          </a:prstGeom>
        </p:spPr>
        <p:txBody>
          <a:bodyPr/>
          <a:lstStyle>
            <a:lvl1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1pPr>
            <a:lvl2pPr marL="127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2pPr>
            <a:lvl3pPr marL="190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3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</p:txBody>
      </p:sp>
      <p:sp>
        <p:nvSpPr>
          <p:cNvPr id="101" name="Afbeelding"/>
          <p:cNvSpPr>
            <a:spLocks noGrp="1"/>
          </p:cNvSpPr>
          <p:nvPr>
            <p:ph type="pic" idx="24"/>
          </p:nvPr>
        </p:nvSpPr>
        <p:spPr>
          <a:xfrm>
            <a:off x="-714606" y="3296298"/>
            <a:ext cx="28345154" cy="1771572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2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811555" y="13101818"/>
            <a:ext cx="467361" cy="4737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 -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eltekst"/>
          <p:cNvSpPr txBox="1">
            <a:spLocks noGrp="1"/>
          </p:cNvSpPr>
          <p:nvPr>
            <p:ph type="body" sz="quarter" idx="21"/>
          </p:nvPr>
        </p:nvSpPr>
        <p:spPr>
          <a:xfrm>
            <a:off x="1104900" y="469900"/>
            <a:ext cx="22237700" cy="1968500"/>
          </a:xfrm>
          <a:prstGeom prst="rect">
            <a:avLst/>
          </a:prstGeom>
        </p:spPr>
        <p:txBody>
          <a:bodyPr anchor="b"/>
          <a:lstStyle>
            <a:lvl1pPr defTabSz="914400">
              <a:defRPr sz="5700" b="1" spc="-11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Titeltekst</a:t>
            </a:r>
          </a:p>
        </p:txBody>
      </p:sp>
      <p:sp>
        <p:nvSpPr>
          <p:cNvPr id="110" name="Hoofdtekst - niveau één…"/>
          <p:cNvSpPr txBox="1">
            <a:spLocks noGrp="1"/>
          </p:cNvSpPr>
          <p:nvPr>
            <p:ph type="body" sz="half" idx="22"/>
          </p:nvPr>
        </p:nvSpPr>
        <p:spPr>
          <a:xfrm>
            <a:off x="1092200" y="3124200"/>
            <a:ext cx="12881830" cy="9372600"/>
          </a:xfrm>
          <a:prstGeom prst="rect">
            <a:avLst/>
          </a:prstGeom>
        </p:spPr>
        <p:txBody>
          <a:bodyPr/>
          <a:lstStyle>
            <a:lvl1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1pPr>
            <a:lvl2pPr marL="127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2pPr>
            <a:lvl3pPr marL="190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3pPr>
            <a:lvl4pPr marL="254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4pPr>
            <a:lvl5pPr marL="317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111" name="NEW MEDIA AND COMMUNICATION TECHNOLOGY"/>
          <p:cNvSpPr txBox="1"/>
          <p:nvPr/>
        </p:nvSpPr>
        <p:spPr>
          <a:xfrm>
            <a:off x="16499284" y="13042948"/>
            <a:ext cx="7468345" cy="42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>
            <a:lvl1pPr algn="l" defTabSz="387984">
              <a:defRPr sz="2115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NEW MEDIA AND COMMUNICATION TECHNOLOGY </a:t>
            </a:r>
          </a:p>
        </p:txBody>
      </p:sp>
      <p:pic>
        <p:nvPicPr>
          <p:cNvPr id="112" name="pasted-image.pdf" descr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9518" y="13020885"/>
            <a:ext cx="369813" cy="395298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Afbeelding"/>
          <p:cNvSpPr>
            <a:spLocks noGrp="1"/>
          </p:cNvSpPr>
          <p:nvPr>
            <p:ph type="pic" idx="23"/>
          </p:nvPr>
        </p:nvSpPr>
        <p:spPr>
          <a:xfrm>
            <a:off x="13691280" y="-51446"/>
            <a:ext cx="28345155" cy="1771572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4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952499" y="12992100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Afbeelding"/>
          <p:cNvSpPr>
            <a:spLocks noGrp="1"/>
          </p:cNvSpPr>
          <p:nvPr>
            <p:ph type="pic" idx="21"/>
          </p:nvPr>
        </p:nvSpPr>
        <p:spPr>
          <a:xfrm>
            <a:off x="-1" y="-2285848"/>
            <a:ext cx="24384001" cy="1523999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2" name="Rechthoek"/>
          <p:cNvSpPr/>
          <p:nvPr/>
        </p:nvSpPr>
        <p:spPr>
          <a:xfrm>
            <a:off x="-747713" y="12949624"/>
            <a:ext cx="25165944" cy="786989"/>
          </a:xfrm>
          <a:prstGeom prst="rect">
            <a:avLst/>
          </a:prstGeom>
          <a:solidFill>
            <a:srgbClr val="E85E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3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852908" y="13101818"/>
            <a:ext cx="467361" cy="4737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MCT"/>
          <p:cNvSpPr txBox="1"/>
          <p:nvPr/>
        </p:nvSpPr>
        <p:spPr>
          <a:xfrm>
            <a:off x="1614884" y="13144388"/>
            <a:ext cx="1864907" cy="42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algn="l" defTabSz="404495">
              <a:defRPr sz="220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r>
              <a:t>MCT</a:t>
            </a:r>
          </a:p>
        </p:txBody>
      </p:sp>
      <p:pic>
        <p:nvPicPr>
          <p:cNvPr id="125" name="pasted-image.pdf" descr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45" y="13139873"/>
            <a:ext cx="368072" cy="3952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fbeelding"/>
          <p:cNvSpPr>
            <a:spLocks noGrp="1"/>
          </p:cNvSpPr>
          <p:nvPr>
            <p:ph type="pic" sz="quarter" idx="21"/>
          </p:nvPr>
        </p:nvSpPr>
        <p:spPr>
          <a:xfrm>
            <a:off x="15930593" y="6426200"/>
            <a:ext cx="9151185" cy="610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3" name="Afbeelding"/>
          <p:cNvSpPr>
            <a:spLocks noGrp="1"/>
          </p:cNvSpPr>
          <p:nvPr>
            <p:ph type="pic" sz="half" idx="22"/>
          </p:nvPr>
        </p:nvSpPr>
        <p:spPr>
          <a:xfrm>
            <a:off x="15900400" y="-152400"/>
            <a:ext cx="7785100" cy="115951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4" name="Afbeelding"/>
          <p:cNvSpPr>
            <a:spLocks noGrp="1"/>
          </p:cNvSpPr>
          <p:nvPr>
            <p:ph type="pic" idx="23"/>
          </p:nvPr>
        </p:nvSpPr>
        <p:spPr>
          <a:xfrm>
            <a:off x="622300" y="711200"/>
            <a:ext cx="15544800" cy="11328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Rechthoek"/>
          <p:cNvSpPr/>
          <p:nvPr/>
        </p:nvSpPr>
        <p:spPr>
          <a:xfrm>
            <a:off x="-747713" y="12949624"/>
            <a:ext cx="25165944" cy="786989"/>
          </a:xfrm>
          <a:prstGeom prst="rect">
            <a:avLst/>
          </a:prstGeom>
          <a:solidFill>
            <a:srgbClr val="E85E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6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852977" y="13100149"/>
            <a:ext cx="467361" cy="4737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7" name="MCT"/>
          <p:cNvSpPr txBox="1"/>
          <p:nvPr/>
        </p:nvSpPr>
        <p:spPr>
          <a:xfrm>
            <a:off x="1614884" y="13144388"/>
            <a:ext cx="1864907" cy="42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algn="l" defTabSz="404495">
              <a:defRPr sz="220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r>
              <a:t>MCT</a:t>
            </a:r>
          </a:p>
        </p:txBody>
      </p:sp>
      <p:pic>
        <p:nvPicPr>
          <p:cNvPr id="138" name="pasted-image.pdf" descr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45" y="13139873"/>
            <a:ext cx="368072" cy="3952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uze of andere m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NEW MEDIA AND COMMUNICATION TECHNOLOGY"/>
          <p:cNvSpPr txBox="1"/>
          <p:nvPr/>
        </p:nvSpPr>
        <p:spPr>
          <a:xfrm>
            <a:off x="1599542" y="13153163"/>
            <a:ext cx="7468346" cy="42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>
            <a:lvl1pPr algn="l" defTabSz="387984">
              <a:defRPr sz="2115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NEW MEDIA AND COMMUNICATION TECHNOLOGY </a:t>
            </a:r>
          </a:p>
        </p:txBody>
      </p:sp>
      <p:pic>
        <p:nvPicPr>
          <p:cNvPr id="146" name="pasted-image.pdf" descr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76" y="13131100"/>
            <a:ext cx="369814" cy="395298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Rechthoek"/>
          <p:cNvSpPr/>
          <p:nvPr/>
        </p:nvSpPr>
        <p:spPr>
          <a:xfrm>
            <a:off x="-747713" y="-50800"/>
            <a:ext cx="25165944" cy="13817600"/>
          </a:xfrm>
          <a:prstGeom prst="rect">
            <a:avLst/>
          </a:prstGeom>
          <a:solidFill>
            <a:srgbClr val="E85E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48" name="pasted-image.pdf" descr="pasted-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1182" y="-123301"/>
            <a:ext cx="13888219" cy="13889924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Hoofdtekst - niveau één"/>
          <p:cNvSpPr txBox="1">
            <a:spLocks noGrp="1"/>
          </p:cNvSpPr>
          <p:nvPr>
            <p:ph type="body" sz="quarter" idx="21"/>
          </p:nvPr>
        </p:nvSpPr>
        <p:spPr>
          <a:xfrm>
            <a:off x="1101960" y="6512473"/>
            <a:ext cx="10007601" cy="4470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Hoofdtekst - niveau één</a:t>
            </a:r>
          </a:p>
        </p:txBody>
      </p:sp>
      <p:sp>
        <p:nvSpPr>
          <p:cNvPr id="150" name="Titeltekst"/>
          <p:cNvSpPr txBox="1">
            <a:spLocks noGrp="1"/>
          </p:cNvSpPr>
          <p:nvPr>
            <p:ph type="body" sz="quarter" idx="22"/>
          </p:nvPr>
        </p:nvSpPr>
        <p:spPr>
          <a:xfrm>
            <a:off x="1063546" y="5356146"/>
            <a:ext cx="20087454" cy="1083426"/>
          </a:xfrm>
          <a:prstGeom prst="rect">
            <a:avLst/>
          </a:prstGeom>
        </p:spPr>
        <p:txBody>
          <a:bodyPr anchor="ctr"/>
          <a:lstStyle>
            <a:lvl1pPr>
              <a:defRPr sz="5800" b="1">
                <a:solidFill>
                  <a:srgbClr val="FFFFFF"/>
                </a:solidFill>
              </a:defRPr>
            </a:lvl1pPr>
          </a:lstStyle>
          <a:p>
            <a:r>
              <a:t>Titeltekst</a:t>
            </a:r>
          </a:p>
        </p:txBody>
      </p:sp>
      <p:sp>
        <p:nvSpPr>
          <p:cNvPr id="151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i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NEW MEDIA AND COMMUNICATION TECHNOLOGY"/>
          <p:cNvSpPr txBox="1"/>
          <p:nvPr/>
        </p:nvSpPr>
        <p:spPr>
          <a:xfrm>
            <a:off x="1599542" y="13153163"/>
            <a:ext cx="7468346" cy="42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>
            <a:lvl1pPr algn="l" defTabSz="387984">
              <a:defRPr sz="2115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NEW MEDIA AND COMMUNICATION TECHNOLOGY </a:t>
            </a:r>
          </a:p>
        </p:txBody>
      </p:sp>
      <p:pic>
        <p:nvPicPr>
          <p:cNvPr id="159" name="pasted-image.pdf" descr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76" y="13131100"/>
            <a:ext cx="369814" cy="395298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hthoek"/>
          <p:cNvSpPr/>
          <p:nvPr/>
        </p:nvSpPr>
        <p:spPr>
          <a:xfrm>
            <a:off x="-747713" y="-50800"/>
            <a:ext cx="25165944" cy="13817600"/>
          </a:xfrm>
          <a:prstGeom prst="rect">
            <a:avLst/>
          </a:prstGeom>
          <a:solidFill>
            <a:srgbClr val="E85E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1" name="pasted-image.pdf" descr="pasted-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1182" y="-123301"/>
            <a:ext cx="13888219" cy="13889924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&amp;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hthoek"/>
          <p:cNvSpPr/>
          <p:nvPr/>
        </p:nvSpPr>
        <p:spPr>
          <a:xfrm>
            <a:off x="-747713" y="12949624"/>
            <a:ext cx="25165944" cy="786989"/>
          </a:xfrm>
          <a:prstGeom prst="rect">
            <a:avLst/>
          </a:prstGeom>
          <a:solidFill>
            <a:srgbClr val="FAB6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0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811555" y="13101818"/>
            <a:ext cx="467361" cy="4737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1" name="Titeltekst"/>
          <p:cNvSpPr txBox="1">
            <a:spLocks noGrp="1"/>
          </p:cNvSpPr>
          <p:nvPr>
            <p:ph type="body" sz="quarter" idx="21"/>
          </p:nvPr>
        </p:nvSpPr>
        <p:spPr>
          <a:xfrm>
            <a:off x="1104900" y="469900"/>
            <a:ext cx="22237700" cy="1968500"/>
          </a:xfrm>
          <a:prstGeom prst="rect">
            <a:avLst/>
          </a:prstGeom>
        </p:spPr>
        <p:txBody>
          <a:bodyPr anchor="b"/>
          <a:lstStyle>
            <a:lvl1pPr defTabSz="914400">
              <a:defRPr sz="5700" b="1" spc="-114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t>Titeltekst</a:t>
            </a:r>
          </a:p>
        </p:txBody>
      </p:sp>
      <p:sp>
        <p:nvSpPr>
          <p:cNvPr id="172" name="Hoofdtekst - niveau één…"/>
          <p:cNvSpPr txBox="1">
            <a:spLocks noGrp="1"/>
          </p:cNvSpPr>
          <p:nvPr>
            <p:ph type="body" idx="22"/>
          </p:nvPr>
        </p:nvSpPr>
        <p:spPr>
          <a:xfrm>
            <a:off x="1092200" y="3124200"/>
            <a:ext cx="22237700" cy="9372600"/>
          </a:xfrm>
          <a:prstGeom prst="rect">
            <a:avLst/>
          </a:prstGeom>
        </p:spPr>
        <p:txBody>
          <a:bodyPr/>
          <a:lstStyle>
            <a:lvl1pPr marL="63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1pPr>
            <a:lvl2pPr marL="127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2pPr>
            <a:lvl3pPr marL="190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3pPr>
            <a:lvl4pPr marL="2540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4pPr>
            <a:lvl5pPr marL="3175000" indent="-635000">
              <a:spcBef>
                <a:spcPts val="5900"/>
              </a:spcBef>
              <a:buSzPct val="75000"/>
              <a:buFont typeface="Helvetica Neue"/>
              <a:buChar char="•"/>
              <a:defRPr sz="40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173" name="NEW MEDIA AND COMMUNICATION TECHNOLOGY"/>
          <p:cNvSpPr txBox="1"/>
          <p:nvPr/>
        </p:nvSpPr>
        <p:spPr>
          <a:xfrm>
            <a:off x="1599542" y="13153163"/>
            <a:ext cx="7468346" cy="427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>
            <a:lvl1pPr algn="l" defTabSz="387984">
              <a:defRPr sz="2115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NEW MEDIA AND COMMUNICATION TECHNOLOGY </a:t>
            </a:r>
          </a:p>
        </p:txBody>
      </p:sp>
      <p:pic>
        <p:nvPicPr>
          <p:cNvPr id="174" name="pasted-image.pdf" descr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76" y="13131100"/>
            <a:ext cx="369814" cy="3952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"/>
          <p:cNvSpPr/>
          <p:nvPr/>
        </p:nvSpPr>
        <p:spPr>
          <a:xfrm>
            <a:off x="-747713" y="-87140"/>
            <a:ext cx="25165944" cy="13817601"/>
          </a:xfrm>
          <a:prstGeom prst="rect">
            <a:avLst/>
          </a:prstGeom>
          <a:solidFill>
            <a:srgbClr val="44C8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pasted-image.pdf" descr="pasted-image.pd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71182" y="-123301"/>
            <a:ext cx="13888219" cy="1388992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Logo MCT wit.png" descr="Logo MCT wit.png"/>
          <p:cNvPicPr>
            <a:picLocks noChangeAspect="1"/>
          </p:cNvPicPr>
          <p:nvPr/>
        </p:nvPicPr>
        <p:blipFill>
          <a:blip r:embed="rId17"/>
          <a:srcRect b="23802"/>
          <a:stretch>
            <a:fillRect/>
          </a:stretch>
        </p:blipFill>
        <p:spPr>
          <a:xfrm>
            <a:off x="2160865" y="1816643"/>
            <a:ext cx="1426843" cy="1715384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iteltekst"/>
          <p:cNvSpPr txBox="1">
            <a:spLocks noGrp="1"/>
          </p:cNvSpPr>
          <p:nvPr>
            <p:ph type="title"/>
          </p:nvPr>
        </p:nvSpPr>
        <p:spPr>
          <a:xfrm>
            <a:off x="1066800" y="2019300"/>
            <a:ext cx="10007600" cy="447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Titeltekst</a:t>
            </a:r>
          </a:p>
        </p:txBody>
      </p:sp>
      <p:sp>
        <p:nvSpPr>
          <p:cNvPr id="6" name="Hoofdtekst - niveau één…"/>
          <p:cNvSpPr txBox="1">
            <a:spLocks noGrp="1"/>
          </p:cNvSpPr>
          <p:nvPr>
            <p:ph type="body" idx="1"/>
          </p:nvPr>
        </p:nvSpPr>
        <p:spPr>
          <a:xfrm>
            <a:off x="1066800" y="7213600"/>
            <a:ext cx="10007600" cy="447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7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773455" y="13101818"/>
            <a:ext cx="467361" cy="47371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defRPr sz="25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-114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 Neue"/>
        </a:defRPr>
      </a:lvl1pPr>
      <a:lvl2pPr marL="0" marR="0" indent="2286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-114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 Neue"/>
        </a:defRPr>
      </a:lvl2pPr>
      <a:lvl3pPr marL="0" marR="0" indent="4572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-114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 Neue"/>
        </a:defRPr>
      </a:lvl3pPr>
      <a:lvl4pPr marL="0" marR="0" indent="6858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-114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 Neue"/>
        </a:defRPr>
      </a:lvl4pPr>
      <a:lvl5pPr marL="0" marR="0" indent="9144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-114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 Neue"/>
        </a:defRPr>
      </a:lvl5pPr>
      <a:lvl6pPr marL="0" marR="0" indent="11430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-114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 Neue"/>
        </a:defRPr>
      </a:lvl6pPr>
      <a:lvl7pPr marL="0" marR="0" indent="13716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-114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 Neue"/>
        </a:defRPr>
      </a:lvl7pPr>
      <a:lvl8pPr marL="0" marR="0" indent="16002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-114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 Neue"/>
        </a:defRPr>
      </a:lvl8pPr>
      <a:lvl9pPr marL="0" marR="0" indent="18288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-114" baseline="0">
          <a:solidFill>
            <a:srgbClr val="000000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els.denaeghel@howest.be" TargetMode="External"/><Relationship Id="rId2" Type="http://schemas.openxmlformats.org/officeDocument/2006/relationships/hyperlink" Target="mailto:michiel.hoste@howest.be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mailto:siska.vandemaele@howest.be" TargetMode="External"/><Relationship Id="rId4" Type="http://schemas.openxmlformats.org/officeDocument/2006/relationships/hyperlink" Target="mailto:jeroen.debaets@howest.b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ituering &amp; afspraken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Context &amp; Agreements</a:t>
            </a:r>
            <a:endParaRPr/>
          </a:p>
        </p:txBody>
      </p:sp>
      <p:sp>
        <p:nvSpPr>
          <p:cNvPr id="184" name="Team projec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Team project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988085" y="13101818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201" name="METHODE"/>
          <p:cNvSpPr txBox="1"/>
          <p:nvPr/>
        </p:nvSpPr>
        <p:spPr>
          <a:xfrm>
            <a:off x="11049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algn="l" defTabSz="914400">
              <a:defRPr sz="7000" spc="-140">
                <a:uFill>
                  <a:solidFill>
                    <a:srgbClr val="000000"/>
                  </a:solidFill>
                </a:uFill>
                <a:latin typeface="Bebas Neue Bold"/>
                <a:ea typeface="Bebas Neue Bold"/>
                <a:cs typeface="Bebas Neue Bold"/>
                <a:sym typeface="Bebas Neue Bold"/>
              </a:defRPr>
            </a:lvl1pPr>
          </a:lstStyle>
          <a:p>
            <a:r>
              <a:rPr lang="en-US"/>
              <a:t>Team Project</a:t>
            </a:r>
            <a:endParaRPr/>
          </a:p>
        </p:txBody>
      </p:sp>
      <p:sp>
        <p:nvSpPr>
          <p:cNvPr id="202" name="Project one &gt; Team Project &gt; Industry Project &gt; Research Project"/>
          <p:cNvSpPr txBox="1"/>
          <p:nvPr/>
        </p:nvSpPr>
        <p:spPr>
          <a:xfrm>
            <a:off x="7021071" y="1062388"/>
            <a:ext cx="17125570" cy="783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200000"/>
              </a:lnSpc>
              <a:defRPr sz="4500">
                <a:latin typeface="+mn-lt"/>
                <a:ea typeface="+mn-ea"/>
                <a:cs typeface="+mn-cs"/>
                <a:sym typeface="Helvetica Neue"/>
              </a:defRPr>
            </a:pPr>
            <a:r>
              <a:rPr dirty="0">
                <a:solidFill>
                  <a:srgbClr val="747474"/>
                </a:solidFill>
              </a:rPr>
              <a:t>Project one</a:t>
            </a:r>
            <a:r>
              <a:rPr dirty="0"/>
              <a:t> &gt; </a:t>
            </a:r>
            <a:r>
              <a:rPr b="1" dirty="0"/>
              <a:t>Team Project</a:t>
            </a:r>
            <a:r>
              <a:rPr dirty="0"/>
              <a:t> &gt; </a:t>
            </a:r>
            <a:r>
              <a:rPr dirty="0">
                <a:solidFill>
                  <a:srgbClr val="747474"/>
                </a:solidFill>
              </a:rPr>
              <a:t>Industry Project &gt; Research Project </a:t>
            </a:r>
          </a:p>
        </p:txBody>
      </p:sp>
      <p:sp>
        <p:nvSpPr>
          <p:cNvPr id="203" name="- Projectmethode Agile Scrum…"/>
          <p:cNvSpPr txBox="1"/>
          <p:nvPr/>
        </p:nvSpPr>
        <p:spPr>
          <a:xfrm>
            <a:off x="1147373" y="3204741"/>
            <a:ext cx="22515192" cy="9448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sz="2500" dirty="0"/>
              <a:t>- </a:t>
            </a:r>
            <a:r>
              <a:rPr lang="en-US" sz="2500" dirty="0"/>
              <a:t>  </a:t>
            </a:r>
            <a:r>
              <a:rPr lang="en-US" b="1" dirty="0"/>
              <a:t>Project methodology</a:t>
            </a:r>
            <a:r>
              <a:rPr lang="en-US" dirty="0"/>
              <a:t>:</a:t>
            </a:r>
            <a:r>
              <a:rPr dirty="0"/>
              <a:t> </a:t>
            </a:r>
            <a:r>
              <a:rPr i="1" dirty="0"/>
              <a:t>Agile Scrum</a:t>
            </a:r>
            <a:endParaRPr lang="en-US" i="1" dirty="0"/>
          </a:p>
          <a:p>
            <a:pPr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i="1" dirty="0"/>
              <a:t>	</a:t>
            </a:r>
            <a:r>
              <a:rPr lang="en-US" sz="3000" dirty="0">
                <a:sym typeface="Helvetica Neue"/>
              </a:rPr>
              <a:t>→ Work in short sprints, daily stand-ups, and deliver iterative improvements.</a:t>
            </a:r>
            <a:endParaRPr i="1" dirty="0"/>
          </a:p>
          <a:p>
            <a:pPr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sz="2500" dirty="0"/>
              <a:t>- </a:t>
            </a:r>
            <a:r>
              <a:rPr lang="en-US" sz="2500" dirty="0"/>
              <a:t>  </a:t>
            </a:r>
            <a:r>
              <a:rPr b="1" dirty="0"/>
              <a:t>Teamwork</a:t>
            </a:r>
            <a:r>
              <a:rPr lang="en-US" sz="2500" b="1" dirty="0"/>
              <a:t>: </a:t>
            </a:r>
            <a:r>
              <a:rPr lang="en-US" sz="3000" dirty="0">
                <a:sym typeface="Helvetica Neue"/>
              </a:rPr>
              <a:t>groups of 3 students </a:t>
            </a:r>
          </a:p>
          <a:p>
            <a:pPr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000" dirty="0">
                <a:sym typeface="Helvetica Neue"/>
              </a:rPr>
              <a:t>	→ This is no longer an individual project — teamwork, collaboration, and shared ownership are key.</a:t>
            </a:r>
          </a:p>
          <a:p>
            <a:pPr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- </a:t>
            </a:r>
            <a:r>
              <a:rPr lang="en-US" dirty="0"/>
              <a:t>  ‘</a:t>
            </a:r>
            <a:r>
              <a:rPr lang="en-US" sz="3000" b="1" dirty="0">
                <a:sym typeface="Helvetica Neue"/>
              </a:rPr>
              <a:t>Internal’ client:</a:t>
            </a:r>
            <a:r>
              <a:rPr lang="en-US" sz="3000" dirty="0">
                <a:sym typeface="Helvetica Neue"/>
              </a:rPr>
              <a:t> Another Howest study program</a:t>
            </a:r>
          </a:p>
          <a:p>
            <a:pPr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	</a:t>
            </a:r>
            <a:r>
              <a:rPr lang="en-US" sz="3000" dirty="0">
                <a:sym typeface="Helvetica Neue"/>
              </a:rPr>
              <a:t>→ Communicate with your client to clarify requirements and integrate feedback</a:t>
            </a:r>
          </a:p>
          <a:p>
            <a:pPr marL="457200" indent="-457200" algn="l">
              <a:lnSpc>
                <a:spcPct val="200000"/>
              </a:lnSpc>
              <a:buFontTx/>
              <a:buChar char="-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b="1" dirty="0"/>
              <a:t>Applying</a:t>
            </a:r>
            <a:r>
              <a:rPr lang="en-US" dirty="0"/>
              <a:t> </a:t>
            </a:r>
            <a:r>
              <a:rPr lang="en-US" b="1" dirty="0"/>
              <a:t>knowledge</a:t>
            </a:r>
            <a:r>
              <a:rPr lang="en-US" dirty="0"/>
              <a:t> from the 4 modules of semester 3 (</a:t>
            </a:r>
            <a:r>
              <a:rPr lang="nl-NL" sz="2500" dirty="0"/>
              <a:t>+ </a:t>
            </a:r>
            <a:r>
              <a:rPr lang="en-US" sz="2500" dirty="0"/>
              <a:t>previous learning from year 1</a:t>
            </a:r>
            <a:r>
              <a:rPr lang="nl-NL" sz="2500" dirty="0"/>
              <a:t>) </a:t>
            </a:r>
          </a:p>
          <a:p>
            <a:pPr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000" dirty="0">
                <a:sym typeface="Helvetica Neue"/>
              </a:rPr>
              <a:t>	→ We encourage you to get new knowledge and justify technical choices trough research</a:t>
            </a:r>
          </a:p>
          <a:p>
            <a:pPr marL="457200" indent="-457200" algn="l">
              <a:lnSpc>
                <a:spcPct val="200000"/>
              </a:lnSpc>
              <a:buFontTx/>
              <a:buChar char="-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000" b="1" dirty="0">
                <a:sym typeface="Helvetica Neue"/>
              </a:rPr>
              <a:t>Goal:</a:t>
            </a:r>
          </a:p>
          <a:p>
            <a:pPr lvl="1" indent="0"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000" dirty="0">
                <a:sym typeface="Helvetica Neue"/>
              </a:rPr>
              <a:t>	→ Deliver a working proof of concept that demonstrates value for your client, with strong focus on teamwork</a:t>
            </a:r>
            <a:endParaRPr lang="nl-NL" sz="2500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988085" y="13101818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28" name="Evaluatie team project"/>
          <p:cNvSpPr txBox="1"/>
          <p:nvPr/>
        </p:nvSpPr>
        <p:spPr>
          <a:xfrm>
            <a:off x="11049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algn="l" defTabSz="914400">
              <a:defRPr sz="7000" spc="-140">
                <a:uFill>
                  <a:solidFill>
                    <a:srgbClr val="000000"/>
                  </a:solidFill>
                </a:uFill>
                <a:latin typeface="Bebas Neue Bold"/>
                <a:ea typeface="Bebas Neue Bold"/>
                <a:cs typeface="Bebas Neue Bold"/>
                <a:sym typeface="Bebas Neue Bold"/>
              </a:defRPr>
            </a:lvl1pPr>
          </a:lstStyle>
          <a:p>
            <a:r>
              <a:rPr err="1"/>
              <a:t>Evaluati</a:t>
            </a:r>
            <a:r>
              <a:rPr lang="en-US" err="1"/>
              <a:t>ON</a:t>
            </a:r>
            <a:r>
              <a:t> team project</a:t>
            </a:r>
          </a:p>
        </p:txBody>
      </p:sp>
      <p:sp>
        <p:nvSpPr>
          <p:cNvPr id="229" name="- Eindpresentatie jury op woensdag 31/01 in Sportinnovatiecampus Brugge (volgens schema op Leho)     + kwaliteit project (= 50%)…"/>
          <p:cNvSpPr txBox="1"/>
          <p:nvPr/>
        </p:nvSpPr>
        <p:spPr>
          <a:xfrm>
            <a:off x="554314" y="2985860"/>
            <a:ext cx="16656118" cy="7677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000" b="1" dirty="0"/>
              <a:t>Introduction week presentation </a:t>
            </a:r>
            <a:r>
              <a:rPr lang="en-US" sz="3000" dirty="0"/>
              <a:t>on </a:t>
            </a:r>
            <a:r>
              <a:rPr lang="en-US" sz="3000" dirty="0">
                <a:highlight>
                  <a:srgbClr val="FFFF00"/>
                </a:highlight>
              </a:rPr>
              <a:t>Friday 7/11 </a:t>
            </a:r>
            <a:r>
              <a:rPr lang="en-US" sz="3000" dirty="0"/>
              <a:t>(=10%)</a:t>
            </a: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endParaRPr lang="en-US" sz="3000" dirty="0"/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000" b="1" dirty="0">
                <a:sym typeface="Helvetica Neue"/>
              </a:rPr>
              <a:t>Three full weeks in </a:t>
            </a:r>
            <a:r>
              <a:rPr lang="en-US" sz="3000" b="1" dirty="0" err="1">
                <a:sym typeface="Helvetica Neue"/>
              </a:rPr>
              <a:t>january</a:t>
            </a:r>
            <a:r>
              <a:rPr lang="en-US" sz="3000" b="1" dirty="0">
                <a:sym typeface="Helvetica Neue"/>
              </a:rPr>
              <a:t> to develop your project</a:t>
            </a: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endParaRPr lang="en-US" sz="3000" b="1" dirty="0">
              <a:sym typeface="Helvetica Neue"/>
            </a:endParaRPr>
          </a:p>
          <a:p>
            <a:pPr lvl="8" indent="0" algn="l">
              <a:lnSpc>
                <a:spcPct val="12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000" b="1" dirty="0">
                <a:sym typeface="Helvetica Neue"/>
              </a:rPr>
              <a:t>	- </a:t>
            </a:r>
            <a:r>
              <a:rPr lang="en-US" sz="3000" dirty="0"/>
              <a:t>A weekly </a:t>
            </a:r>
            <a:r>
              <a:rPr lang="en-US" sz="3000" b="1" dirty="0"/>
              <a:t>peer-to-peer evaluation </a:t>
            </a:r>
            <a:r>
              <a:rPr lang="en-US" sz="3000" dirty="0"/>
              <a:t>(=20%)	 	</a:t>
            </a:r>
          </a:p>
          <a:p>
            <a:pPr lvl="8" indent="0" algn="l">
              <a:lnSpc>
                <a:spcPct val="12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endParaRPr lang="en-US" sz="3000" b="1" dirty="0"/>
          </a:p>
          <a:p>
            <a:pPr lvl="8" indent="0" algn="l">
              <a:lnSpc>
                <a:spcPct val="12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000" b="1" dirty="0"/>
              <a:t>	- Presentation with an interim progress update and demo </a:t>
            </a:r>
            <a:r>
              <a:rPr lang="en-US" sz="3000" dirty="0"/>
              <a:t>at the end of week 2, </a:t>
            </a:r>
          </a:p>
          <a:p>
            <a:pPr lvl="8" indent="0" algn="l">
              <a:lnSpc>
                <a:spcPct val="12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000" dirty="0"/>
              <a:t>	  </a:t>
            </a:r>
            <a:r>
              <a:rPr lang="en-US" sz="3000" dirty="0">
                <a:highlight>
                  <a:srgbClr val="FFFF00"/>
                </a:highlight>
              </a:rPr>
              <a:t>Friday 16/01</a:t>
            </a:r>
            <a:r>
              <a:rPr lang="en-US" sz="3000" dirty="0"/>
              <a:t>:</a:t>
            </a:r>
            <a:r>
              <a:rPr lang="en-US" sz="3000" b="1" dirty="0"/>
              <a:t> </a:t>
            </a:r>
            <a:r>
              <a:rPr lang="en-US" sz="3000" dirty="0"/>
              <a:t>(=20%)</a:t>
            </a:r>
          </a:p>
          <a:p>
            <a:pPr lvl="8" indent="0" algn="l">
              <a:lnSpc>
                <a:spcPct val="12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endParaRPr lang="en-US" sz="3000" b="1" dirty="0"/>
          </a:p>
          <a:p>
            <a:pPr lvl="8" indent="0" algn="l">
              <a:lnSpc>
                <a:spcPct val="12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000" b="1" dirty="0"/>
              <a:t>	- Final presentation</a:t>
            </a:r>
            <a:r>
              <a:rPr sz="3000" dirty="0"/>
              <a:t> jury </a:t>
            </a:r>
            <a:r>
              <a:rPr lang="en-US" sz="3000" dirty="0"/>
              <a:t>on</a:t>
            </a:r>
            <a:r>
              <a:rPr sz="3000" dirty="0"/>
              <a:t> </a:t>
            </a:r>
            <a:r>
              <a:rPr lang="en-US" sz="3000" dirty="0">
                <a:highlight>
                  <a:srgbClr val="FFFF00"/>
                </a:highlight>
              </a:rPr>
              <a:t>Wednesday 28</a:t>
            </a:r>
            <a:r>
              <a:rPr sz="3000" dirty="0">
                <a:highlight>
                  <a:srgbClr val="FFFF00"/>
                </a:highlight>
              </a:rPr>
              <a:t>/01</a:t>
            </a:r>
            <a:r>
              <a:rPr sz="3000" dirty="0"/>
              <a:t> + </a:t>
            </a:r>
            <a:r>
              <a:rPr lang="en-US" sz="3000" dirty="0"/>
              <a:t>quality</a:t>
            </a:r>
            <a:r>
              <a:rPr sz="3000" dirty="0"/>
              <a:t> project (= 50%)</a:t>
            </a:r>
          </a:p>
        </p:txBody>
      </p:sp>
      <p:sp>
        <p:nvSpPr>
          <p:cNvPr id="2" name="Week 1">
            <a:extLst>
              <a:ext uri="{FF2B5EF4-FFF2-40B4-BE49-F238E27FC236}">
                <a16:creationId xmlns:a16="http://schemas.microsoft.com/office/drawing/2014/main" id="{FA14F33A-346D-350E-9753-2FA775E18069}"/>
              </a:ext>
            </a:extLst>
          </p:cNvPr>
          <p:cNvSpPr txBox="1"/>
          <p:nvPr/>
        </p:nvSpPr>
        <p:spPr>
          <a:xfrm>
            <a:off x="1584017" y="8196785"/>
            <a:ext cx="1546261" cy="88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lnSpc>
                <a:spcPct val="200000"/>
              </a:lnSpc>
              <a:defRPr sz="3000">
                <a:solidFill>
                  <a:srgbClr val="000000">
                    <a:alpha val="80000"/>
                  </a:srgbClr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Week</a:t>
            </a:r>
            <a:r>
              <a:rPr lang="en-US" dirty="0"/>
              <a:t> 1</a:t>
            </a:r>
            <a:endParaRPr dirty="0"/>
          </a:p>
        </p:txBody>
      </p:sp>
      <p:sp>
        <p:nvSpPr>
          <p:cNvPr id="3" name="Week 2">
            <a:extLst>
              <a:ext uri="{FF2B5EF4-FFF2-40B4-BE49-F238E27FC236}">
                <a16:creationId xmlns:a16="http://schemas.microsoft.com/office/drawing/2014/main" id="{BD4D3004-3872-8E23-A729-D96B3A7DEF9B}"/>
              </a:ext>
            </a:extLst>
          </p:cNvPr>
          <p:cNvSpPr txBox="1"/>
          <p:nvPr/>
        </p:nvSpPr>
        <p:spPr>
          <a:xfrm>
            <a:off x="5331811" y="8325619"/>
            <a:ext cx="1546262" cy="88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lnSpc>
                <a:spcPct val="200000"/>
              </a:lnSpc>
              <a:defRPr sz="3000">
                <a:solidFill>
                  <a:srgbClr val="000000">
                    <a:alpha val="70000"/>
                  </a:srgbClr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Week 2</a:t>
            </a:r>
          </a:p>
        </p:txBody>
      </p:sp>
      <p:sp>
        <p:nvSpPr>
          <p:cNvPr id="4" name="Week 3">
            <a:extLst>
              <a:ext uri="{FF2B5EF4-FFF2-40B4-BE49-F238E27FC236}">
                <a16:creationId xmlns:a16="http://schemas.microsoft.com/office/drawing/2014/main" id="{FF035F3B-0399-C67C-EEE5-F66761832115}"/>
              </a:ext>
            </a:extLst>
          </p:cNvPr>
          <p:cNvSpPr txBox="1"/>
          <p:nvPr/>
        </p:nvSpPr>
        <p:spPr>
          <a:xfrm>
            <a:off x="8910883" y="8325619"/>
            <a:ext cx="1614436" cy="88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lnSpc>
                <a:spcPct val="200000"/>
              </a:lnSpc>
              <a:defRPr sz="3000">
                <a:solidFill>
                  <a:srgbClr val="000000">
                    <a:alpha val="70000"/>
                  </a:srgbClr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Week 3</a:t>
            </a:r>
          </a:p>
        </p:txBody>
      </p:sp>
      <p:sp>
        <p:nvSpPr>
          <p:cNvPr id="5" name="Week 4">
            <a:extLst>
              <a:ext uri="{FF2B5EF4-FFF2-40B4-BE49-F238E27FC236}">
                <a16:creationId xmlns:a16="http://schemas.microsoft.com/office/drawing/2014/main" id="{63E9BE38-EC62-1665-BCC9-79E4AB81258B}"/>
              </a:ext>
            </a:extLst>
          </p:cNvPr>
          <p:cNvSpPr txBox="1"/>
          <p:nvPr/>
        </p:nvSpPr>
        <p:spPr>
          <a:xfrm>
            <a:off x="12489956" y="8325619"/>
            <a:ext cx="1614436" cy="88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lnSpc>
                <a:spcPct val="200000"/>
              </a:lnSpc>
              <a:defRPr sz="3000">
                <a:solidFill>
                  <a:srgbClr val="000000">
                    <a:alpha val="70000"/>
                  </a:srgbClr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Week 4</a:t>
            </a:r>
          </a:p>
        </p:txBody>
      </p:sp>
      <p:sp>
        <p:nvSpPr>
          <p:cNvPr id="6" name="08-12 /01">
            <a:extLst>
              <a:ext uri="{FF2B5EF4-FFF2-40B4-BE49-F238E27FC236}">
                <a16:creationId xmlns:a16="http://schemas.microsoft.com/office/drawing/2014/main" id="{F258292B-5019-2D03-6C33-77B455061DCC}"/>
              </a:ext>
            </a:extLst>
          </p:cNvPr>
          <p:cNvSpPr txBox="1"/>
          <p:nvPr/>
        </p:nvSpPr>
        <p:spPr>
          <a:xfrm>
            <a:off x="1484352" y="11289750"/>
            <a:ext cx="1724831" cy="88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lnSpc>
                <a:spcPct val="200000"/>
              </a:lnSpc>
              <a:defRPr sz="3000">
                <a:solidFill>
                  <a:srgbClr val="000000">
                    <a:alpha val="70000"/>
                  </a:srgbClr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0</a:t>
            </a:r>
            <a:r>
              <a:rPr lang="en-US" dirty="0"/>
              <a:t>5</a:t>
            </a:r>
            <a:r>
              <a:rPr dirty="0"/>
              <a:t>-</a:t>
            </a:r>
            <a:r>
              <a:rPr lang="en-US" dirty="0"/>
              <a:t>09</a:t>
            </a:r>
            <a:r>
              <a:rPr dirty="0"/>
              <a:t> /01</a:t>
            </a:r>
          </a:p>
        </p:txBody>
      </p:sp>
      <p:sp>
        <p:nvSpPr>
          <p:cNvPr id="7" name="15-19 /01">
            <a:extLst>
              <a:ext uri="{FF2B5EF4-FFF2-40B4-BE49-F238E27FC236}">
                <a16:creationId xmlns:a16="http://schemas.microsoft.com/office/drawing/2014/main" id="{F1D6FF2D-883B-6DB7-6599-5E10FDA6C13E}"/>
              </a:ext>
            </a:extLst>
          </p:cNvPr>
          <p:cNvSpPr txBox="1"/>
          <p:nvPr/>
        </p:nvSpPr>
        <p:spPr>
          <a:xfrm>
            <a:off x="5069193" y="11289750"/>
            <a:ext cx="1724831" cy="88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lnSpc>
                <a:spcPct val="200000"/>
              </a:lnSpc>
              <a:defRPr sz="3000">
                <a:solidFill>
                  <a:srgbClr val="000000">
                    <a:alpha val="70000"/>
                  </a:srgbClr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1</a:t>
            </a:r>
            <a:r>
              <a:rPr lang="en-US" dirty="0"/>
              <a:t>2-17</a:t>
            </a:r>
            <a:r>
              <a:rPr dirty="0"/>
              <a:t> /01</a:t>
            </a:r>
          </a:p>
        </p:txBody>
      </p:sp>
      <p:sp>
        <p:nvSpPr>
          <p:cNvPr id="8" name="22-26 /01">
            <a:extLst>
              <a:ext uri="{FF2B5EF4-FFF2-40B4-BE49-F238E27FC236}">
                <a16:creationId xmlns:a16="http://schemas.microsoft.com/office/drawing/2014/main" id="{55A27061-2DA1-A6A1-E9F2-E6B8E3299B64}"/>
              </a:ext>
            </a:extLst>
          </p:cNvPr>
          <p:cNvSpPr txBox="1"/>
          <p:nvPr/>
        </p:nvSpPr>
        <p:spPr>
          <a:xfrm>
            <a:off x="8706994" y="11289750"/>
            <a:ext cx="1724831" cy="88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lnSpc>
                <a:spcPct val="200000"/>
              </a:lnSpc>
              <a:defRPr sz="3000">
                <a:solidFill>
                  <a:srgbClr val="000000">
                    <a:alpha val="70000"/>
                  </a:srgbClr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dirty="0"/>
              <a:t>19-23</a:t>
            </a:r>
            <a:r>
              <a:rPr dirty="0"/>
              <a:t> /01</a:t>
            </a:r>
          </a:p>
        </p:txBody>
      </p:sp>
      <p:sp>
        <p:nvSpPr>
          <p:cNvPr id="9" name="29-31/01">
            <a:extLst>
              <a:ext uri="{FF2B5EF4-FFF2-40B4-BE49-F238E27FC236}">
                <a16:creationId xmlns:a16="http://schemas.microsoft.com/office/drawing/2014/main" id="{F826BDE0-0F6A-48D1-4531-AFC98741C463}"/>
              </a:ext>
            </a:extLst>
          </p:cNvPr>
          <p:cNvSpPr txBox="1"/>
          <p:nvPr/>
        </p:nvSpPr>
        <p:spPr>
          <a:xfrm>
            <a:off x="12344796" y="11289750"/>
            <a:ext cx="1617430" cy="88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lnSpc>
                <a:spcPct val="200000"/>
              </a:lnSpc>
              <a:defRPr sz="3000">
                <a:solidFill>
                  <a:srgbClr val="000000">
                    <a:alpha val="70000"/>
                  </a:srgbClr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2</a:t>
            </a:r>
            <a:r>
              <a:rPr lang="en-US" dirty="0"/>
              <a:t>6</a:t>
            </a:r>
            <a:r>
              <a:rPr dirty="0"/>
              <a:t>-</a:t>
            </a:r>
            <a:r>
              <a:rPr lang="en-US" dirty="0"/>
              <a:t>28</a:t>
            </a:r>
            <a:r>
              <a:rPr dirty="0"/>
              <a:t>/01</a:t>
            </a:r>
          </a:p>
        </p:txBody>
      </p:sp>
      <p:sp>
        <p:nvSpPr>
          <p:cNvPr id="10" name="*woe 31/01 Jury">
            <a:extLst>
              <a:ext uri="{FF2B5EF4-FFF2-40B4-BE49-F238E27FC236}">
                <a16:creationId xmlns:a16="http://schemas.microsoft.com/office/drawing/2014/main" id="{561E3814-2224-7544-DA4D-C93598E39B65}"/>
              </a:ext>
            </a:extLst>
          </p:cNvPr>
          <p:cNvSpPr txBox="1"/>
          <p:nvPr/>
        </p:nvSpPr>
        <p:spPr>
          <a:xfrm>
            <a:off x="11983194" y="12101697"/>
            <a:ext cx="2623630" cy="487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250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*</a:t>
            </a:r>
            <a:r>
              <a:rPr lang="en-US" dirty="0"/>
              <a:t>wed</a:t>
            </a:r>
            <a:r>
              <a:rPr dirty="0"/>
              <a:t> </a:t>
            </a:r>
            <a:r>
              <a:rPr lang="en-US" dirty="0"/>
              <a:t>28</a:t>
            </a:r>
            <a:r>
              <a:rPr dirty="0"/>
              <a:t>/01 Jury</a:t>
            </a:r>
          </a:p>
        </p:txBody>
      </p:sp>
      <p:pic>
        <p:nvPicPr>
          <p:cNvPr id="11" name="vecteezy_calendar-icon-vector_5988959.jpg" descr="vecteezy_calendar-icon-vector_5988959.jpg">
            <a:extLst>
              <a:ext uri="{FF2B5EF4-FFF2-40B4-BE49-F238E27FC236}">
                <a16:creationId xmlns:a16="http://schemas.microsoft.com/office/drawing/2014/main" id="{5841D75C-4F82-34E1-B32F-520B93FF39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18" t="16814" r="15538" b="16814"/>
          <a:stretch>
            <a:fillRect/>
          </a:stretch>
        </p:blipFill>
        <p:spPr>
          <a:xfrm>
            <a:off x="1104900" y="9061944"/>
            <a:ext cx="2313414" cy="2339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vecteezy_calendar-icon-vector_5988959.jpg" descr="vecteezy_calendar-icon-vector_5988959.jpg">
            <a:extLst>
              <a:ext uri="{FF2B5EF4-FFF2-40B4-BE49-F238E27FC236}">
                <a16:creationId xmlns:a16="http://schemas.microsoft.com/office/drawing/2014/main" id="{63C4E972-F667-CAB0-0025-BBAD1BD6BC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18" t="16814" r="15538" b="16814"/>
          <a:stretch>
            <a:fillRect/>
          </a:stretch>
        </p:blipFill>
        <p:spPr>
          <a:xfrm>
            <a:off x="4860157" y="9079399"/>
            <a:ext cx="2313413" cy="23391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vecteezy_calendar-icon-vector_5988959.jpg" descr="vecteezy_calendar-icon-vector_5988959.jpg">
            <a:extLst>
              <a:ext uri="{FF2B5EF4-FFF2-40B4-BE49-F238E27FC236}">
                <a16:creationId xmlns:a16="http://schemas.microsoft.com/office/drawing/2014/main" id="{3921CAFF-B5A8-802E-BB3F-EC99983B86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18" t="16814" r="15538" b="16814"/>
          <a:stretch>
            <a:fillRect/>
          </a:stretch>
        </p:blipFill>
        <p:spPr>
          <a:xfrm>
            <a:off x="8439229" y="9079399"/>
            <a:ext cx="2313413" cy="23391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vecteezy_calendar-icon-vector_5988959.jpg" descr="vecteezy_calendar-icon-vector_5988959.jpg">
            <a:extLst>
              <a:ext uri="{FF2B5EF4-FFF2-40B4-BE49-F238E27FC236}">
                <a16:creationId xmlns:a16="http://schemas.microsoft.com/office/drawing/2014/main" id="{A4069664-E339-CB2C-4DD7-B1B6A3A01C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18" t="16814" r="15538" b="16814"/>
          <a:stretch>
            <a:fillRect/>
          </a:stretch>
        </p:blipFill>
        <p:spPr>
          <a:xfrm>
            <a:off x="12018302" y="9079399"/>
            <a:ext cx="2313413" cy="2339106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Rechthoek">
            <a:extLst>
              <a:ext uri="{FF2B5EF4-FFF2-40B4-BE49-F238E27FC236}">
                <a16:creationId xmlns:a16="http://schemas.microsoft.com/office/drawing/2014/main" id="{3FE92706-4B6A-97D1-5916-03E55BBDDED2}"/>
              </a:ext>
            </a:extLst>
          </p:cNvPr>
          <p:cNvSpPr/>
          <p:nvPr/>
        </p:nvSpPr>
        <p:spPr>
          <a:xfrm>
            <a:off x="1576554" y="10359906"/>
            <a:ext cx="1370077" cy="6925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Rechthoek">
            <a:extLst>
              <a:ext uri="{FF2B5EF4-FFF2-40B4-BE49-F238E27FC236}">
                <a16:creationId xmlns:a16="http://schemas.microsoft.com/office/drawing/2014/main" id="{8250F836-67AA-53FF-A41C-A31C28CE45A7}"/>
              </a:ext>
            </a:extLst>
          </p:cNvPr>
          <p:cNvSpPr/>
          <p:nvPr/>
        </p:nvSpPr>
        <p:spPr>
          <a:xfrm>
            <a:off x="5331811" y="10049743"/>
            <a:ext cx="1370077" cy="3635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" name="Rechthoek">
            <a:extLst>
              <a:ext uri="{FF2B5EF4-FFF2-40B4-BE49-F238E27FC236}">
                <a16:creationId xmlns:a16="http://schemas.microsoft.com/office/drawing/2014/main" id="{19E4D753-A6D1-CB94-6821-95C1837BBD4C}"/>
              </a:ext>
            </a:extLst>
          </p:cNvPr>
          <p:cNvSpPr/>
          <p:nvPr/>
        </p:nvSpPr>
        <p:spPr>
          <a:xfrm>
            <a:off x="5331811" y="10753366"/>
            <a:ext cx="1370077" cy="3635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Rechthoek">
            <a:extLst>
              <a:ext uri="{FF2B5EF4-FFF2-40B4-BE49-F238E27FC236}">
                <a16:creationId xmlns:a16="http://schemas.microsoft.com/office/drawing/2014/main" id="{8F95F0BC-DAA3-BD1F-400F-77F707EB1307}"/>
              </a:ext>
            </a:extLst>
          </p:cNvPr>
          <p:cNvSpPr/>
          <p:nvPr/>
        </p:nvSpPr>
        <p:spPr>
          <a:xfrm>
            <a:off x="8910883" y="10049743"/>
            <a:ext cx="1370077" cy="6925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" name="Rechthoek">
            <a:extLst>
              <a:ext uri="{FF2B5EF4-FFF2-40B4-BE49-F238E27FC236}">
                <a16:creationId xmlns:a16="http://schemas.microsoft.com/office/drawing/2014/main" id="{2764F99B-98D6-3DAD-40AF-BEA3B730083A}"/>
              </a:ext>
            </a:extLst>
          </p:cNvPr>
          <p:cNvSpPr/>
          <p:nvPr/>
        </p:nvSpPr>
        <p:spPr>
          <a:xfrm>
            <a:off x="12489956" y="9902717"/>
            <a:ext cx="1370077" cy="12326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0D4EED6-732A-5C53-07E4-EB1194128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3605" y="1106717"/>
            <a:ext cx="4695311" cy="602041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338287A-257D-05E4-11A9-B4DBE21F8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0448" y="7387575"/>
            <a:ext cx="4722492" cy="502214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EE7BE-7ACA-E5B2-CA49-533B10858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Dianummer">
            <a:extLst>
              <a:ext uri="{FF2B5EF4-FFF2-40B4-BE49-F238E27FC236}">
                <a16:creationId xmlns:a16="http://schemas.microsoft.com/office/drawing/2014/main" id="{68212978-40F4-FE32-01A9-B3993D08C37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2988085" y="13101818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228" name="Evaluatie team project">
            <a:extLst>
              <a:ext uri="{FF2B5EF4-FFF2-40B4-BE49-F238E27FC236}">
                <a16:creationId xmlns:a16="http://schemas.microsoft.com/office/drawing/2014/main" id="{F4CA5B53-9994-CF6F-99DD-86751B0644A7}"/>
              </a:ext>
            </a:extLst>
          </p:cNvPr>
          <p:cNvSpPr txBox="1"/>
          <p:nvPr/>
        </p:nvSpPr>
        <p:spPr>
          <a:xfrm>
            <a:off x="11049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algn="l" defTabSz="914400">
              <a:defRPr sz="7000" spc="-140">
                <a:uFill>
                  <a:solidFill>
                    <a:srgbClr val="000000"/>
                  </a:solidFill>
                </a:uFill>
                <a:latin typeface="Bebas Neue Bold"/>
                <a:ea typeface="Bebas Neue Bold"/>
                <a:cs typeface="Bebas Neue Bold"/>
                <a:sym typeface="Bebas Neue Bold"/>
              </a:defRPr>
            </a:lvl1pPr>
          </a:lstStyle>
          <a:p>
            <a:r>
              <a:rPr err="1"/>
              <a:t>Evaluati</a:t>
            </a:r>
            <a:r>
              <a:rPr lang="en-US" err="1"/>
              <a:t>ON</a:t>
            </a:r>
            <a:r>
              <a:t> team project</a:t>
            </a:r>
          </a:p>
        </p:txBody>
      </p:sp>
      <p:sp>
        <p:nvSpPr>
          <p:cNvPr id="229" name="- Eindpresentatie jury op woensdag 31/01 in Sportinnovatiecampus Brugge (volgens schema op Leho)     + kwaliteit project (= 50%)…">
            <a:extLst>
              <a:ext uri="{FF2B5EF4-FFF2-40B4-BE49-F238E27FC236}">
                <a16:creationId xmlns:a16="http://schemas.microsoft.com/office/drawing/2014/main" id="{8DA24824-1443-90DE-86F5-1E690EA4F9A5}"/>
              </a:ext>
            </a:extLst>
          </p:cNvPr>
          <p:cNvSpPr txBox="1"/>
          <p:nvPr/>
        </p:nvSpPr>
        <p:spPr>
          <a:xfrm>
            <a:off x="767437" y="9408695"/>
            <a:ext cx="20810056" cy="2354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marL="457200" indent="-457200" algn="l">
              <a:lnSpc>
                <a:spcPct val="200000"/>
              </a:lnSpc>
              <a:buFont typeface="Arial" panose="020B0604020202020204" pitchFamily="34" charset="0"/>
              <a:buChar char="•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000" b="1" dirty="0"/>
              <a:t>No</a:t>
            </a:r>
            <a:r>
              <a:rPr lang="en-US" sz="3000" dirty="0"/>
              <a:t> second exam opportunity is available for this project.</a:t>
            </a:r>
            <a:endParaRPr sz="3000" dirty="0"/>
          </a:p>
        </p:txBody>
      </p:sp>
      <p:sp>
        <p:nvSpPr>
          <p:cNvPr id="230" name="Tussentijdse evaluatie…">
            <a:extLst>
              <a:ext uri="{FF2B5EF4-FFF2-40B4-BE49-F238E27FC236}">
                <a16:creationId xmlns:a16="http://schemas.microsoft.com/office/drawing/2014/main" id="{C6FCF45F-D724-62F6-C981-C40BA15F5212}"/>
              </a:ext>
            </a:extLst>
          </p:cNvPr>
          <p:cNvSpPr txBox="1"/>
          <p:nvPr/>
        </p:nvSpPr>
        <p:spPr>
          <a:xfrm>
            <a:off x="767437" y="5454773"/>
            <a:ext cx="3220432" cy="2532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defTabSz="457200">
              <a:defRPr sz="2500">
                <a:solidFill>
                  <a:srgbClr val="212529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Interim evaluation </a:t>
            </a:r>
            <a:br>
              <a:rPr lang="en-US" dirty="0"/>
            </a:br>
            <a:r>
              <a:rPr lang="en-US" dirty="0"/>
              <a:t>during project weeks  </a:t>
            </a:r>
            <a:endParaRPr dirty="0"/>
          </a:p>
          <a:p>
            <a:pPr defTabSz="457200">
              <a:defRPr sz="2500">
                <a:solidFill>
                  <a:srgbClr val="212529"/>
                </a:solidFill>
                <a:latin typeface="+mn-lt"/>
                <a:ea typeface="+mn-ea"/>
                <a:cs typeface="+mn-cs"/>
                <a:sym typeface="Helvetica Neue"/>
              </a:defRPr>
            </a:pPr>
            <a:br>
              <a:rPr lang="en-US" dirty="0"/>
            </a:br>
            <a:br>
              <a:rPr lang="en-US" dirty="0"/>
            </a:br>
            <a:r>
              <a:rPr lang="en-US" dirty="0"/>
              <a:t>2</a:t>
            </a:r>
            <a:r>
              <a:rPr dirty="0"/>
              <a:t>0% </a:t>
            </a:r>
            <a:r>
              <a:rPr lang="en-US" dirty="0"/>
              <a:t>end </a:t>
            </a:r>
            <a:r>
              <a:rPr dirty="0"/>
              <a:t>week </a:t>
            </a:r>
            <a:r>
              <a:rPr lang="en-US" dirty="0"/>
              <a:t>2</a:t>
            </a:r>
            <a:endParaRPr dirty="0"/>
          </a:p>
          <a:p>
            <a:pPr defTabSz="457200">
              <a:lnSpc>
                <a:spcPct val="150000"/>
              </a:lnSpc>
              <a:defRPr sz="2500">
                <a:solidFill>
                  <a:srgbClr val="212529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dirty="0"/>
              <a:t>20% P2P</a:t>
            </a:r>
            <a:r>
              <a:rPr lang="en-US" dirty="0"/>
              <a:t> </a:t>
            </a:r>
            <a:r>
              <a:rPr dirty="0"/>
              <a:t>evaluati</a:t>
            </a:r>
            <a:r>
              <a:rPr lang="en-US" dirty="0"/>
              <a:t>on</a:t>
            </a:r>
            <a:endParaRPr dirty="0"/>
          </a:p>
        </p:txBody>
      </p:sp>
      <p:sp>
        <p:nvSpPr>
          <p:cNvPr id="231" name="Presentatie +…">
            <a:extLst>
              <a:ext uri="{FF2B5EF4-FFF2-40B4-BE49-F238E27FC236}">
                <a16:creationId xmlns:a16="http://schemas.microsoft.com/office/drawing/2014/main" id="{55C86F04-3E21-4008-66E2-B3889C3444F6}"/>
              </a:ext>
            </a:extLst>
          </p:cNvPr>
          <p:cNvSpPr txBox="1"/>
          <p:nvPr/>
        </p:nvSpPr>
        <p:spPr>
          <a:xfrm>
            <a:off x="5269915" y="5454144"/>
            <a:ext cx="4234027" cy="2532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defTabSz="457200">
              <a:defRPr sz="2500">
                <a:solidFill>
                  <a:srgbClr val="212529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/>
              <a:t>Presentation</a:t>
            </a:r>
            <a:r>
              <a:t> </a:t>
            </a:r>
            <a:endParaRPr lang="en-US"/>
          </a:p>
          <a:p>
            <a:pPr defTabSz="457200">
              <a:defRPr sz="2500">
                <a:solidFill>
                  <a:srgbClr val="212529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+ </a:t>
            </a:r>
            <a:r>
              <a:rPr lang="en-US"/>
              <a:t>quality of the final result</a:t>
            </a:r>
            <a:endParaRPr/>
          </a:p>
          <a:p>
            <a:pPr defTabSz="457200">
              <a:lnSpc>
                <a:spcPct val="150000"/>
              </a:lnSpc>
              <a:defRPr sz="2500">
                <a:solidFill>
                  <a:srgbClr val="212529"/>
                </a:solidFill>
                <a:latin typeface="+mn-lt"/>
                <a:ea typeface="+mn-ea"/>
                <a:cs typeface="+mn-cs"/>
                <a:sym typeface="Helvetica Neue"/>
              </a:defRPr>
            </a:pPr>
            <a:br>
              <a:rPr lang="en-US"/>
            </a:br>
            <a:r>
              <a:t>10% </a:t>
            </a:r>
            <a:r>
              <a:rPr lang="en-US"/>
              <a:t>introduction week</a:t>
            </a:r>
            <a:endParaRPr/>
          </a:p>
          <a:p>
            <a:pPr defTabSz="457200">
              <a:lnSpc>
                <a:spcPct val="150000"/>
              </a:lnSpc>
              <a:defRPr sz="2500">
                <a:solidFill>
                  <a:srgbClr val="212529"/>
                </a:solidFill>
                <a:latin typeface="+mn-lt"/>
                <a:ea typeface="+mn-ea"/>
                <a:cs typeface="+mn-cs"/>
                <a:sym typeface="Helvetica Neue"/>
              </a:defRPr>
            </a:pPr>
            <a:r>
              <a:t>50% </a:t>
            </a:r>
            <a:r>
              <a:rPr lang="en-US"/>
              <a:t>presentation + quality</a:t>
            </a:r>
            <a:endParaRPr/>
          </a:p>
        </p:txBody>
      </p:sp>
      <p:sp>
        <p:nvSpPr>
          <p:cNvPr id="232" name="Cirkel">
            <a:extLst>
              <a:ext uri="{FF2B5EF4-FFF2-40B4-BE49-F238E27FC236}">
                <a16:creationId xmlns:a16="http://schemas.microsoft.com/office/drawing/2014/main" id="{72347513-7402-945C-7CA3-AE7F740AC0DB}"/>
              </a:ext>
            </a:extLst>
          </p:cNvPr>
          <p:cNvSpPr/>
          <p:nvPr/>
        </p:nvSpPr>
        <p:spPr>
          <a:xfrm>
            <a:off x="1742653" y="3860281"/>
            <a:ext cx="1270001" cy="127000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3" name="40%">
            <a:extLst>
              <a:ext uri="{FF2B5EF4-FFF2-40B4-BE49-F238E27FC236}">
                <a16:creationId xmlns:a16="http://schemas.microsoft.com/office/drawing/2014/main" id="{E9B3DF32-D71A-64DA-4DF4-BFE5F5150D27}"/>
              </a:ext>
            </a:extLst>
          </p:cNvPr>
          <p:cNvSpPr txBox="1"/>
          <p:nvPr/>
        </p:nvSpPr>
        <p:spPr>
          <a:xfrm>
            <a:off x="1918166" y="4215056"/>
            <a:ext cx="918973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200000"/>
              </a:lnSpc>
              <a:defRPr sz="30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40%</a:t>
            </a:r>
          </a:p>
        </p:txBody>
      </p:sp>
      <p:sp>
        <p:nvSpPr>
          <p:cNvPr id="234" name="Cirkel">
            <a:extLst>
              <a:ext uri="{FF2B5EF4-FFF2-40B4-BE49-F238E27FC236}">
                <a16:creationId xmlns:a16="http://schemas.microsoft.com/office/drawing/2014/main" id="{C366639A-BDB4-2DD6-BF85-D6FE1800BACF}"/>
              </a:ext>
            </a:extLst>
          </p:cNvPr>
          <p:cNvSpPr/>
          <p:nvPr/>
        </p:nvSpPr>
        <p:spPr>
          <a:xfrm>
            <a:off x="6751929" y="3860281"/>
            <a:ext cx="1270001" cy="127000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5" name="60%">
            <a:extLst>
              <a:ext uri="{FF2B5EF4-FFF2-40B4-BE49-F238E27FC236}">
                <a16:creationId xmlns:a16="http://schemas.microsoft.com/office/drawing/2014/main" id="{8BDBDD3D-DF8F-3BF1-76CB-4275C808552F}"/>
              </a:ext>
            </a:extLst>
          </p:cNvPr>
          <p:cNvSpPr txBox="1"/>
          <p:nvPr/>
        </p:nvSpPr>
        <p:spPr>
          <a:xfrm>
            <a:off x="6927443" y="4215056"/>
            <a:ext cx="918973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200000"/>
              </a:lnSpc>
              <a:defRPr sz="3000" b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t>60%</a:t>
            </a:r>
          </a:p>
        </p:txBody>
      </p:sp>
    </p:spTree>
    <p:extLst>
      <p:ext uri="{BB962C8B-B14F-4D97-AF65-F5344CB8AC3E}">
        <p14:creationId xmlns:p14="http://schemas.microsoft.com/office/powerpoint/2010/main" val="138426362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988085" y="13101818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238" name="Evaluatie team project"/>
          <p:cNvSpPr txBox="1"/>
          <p:nvPr/>
        </p:nvSpPr>
        <p:spPr>
          <a:xfrm>
            <a:off x="11049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algn="l" defTabSz="914400">
              <a:defRPr sz="7000" spc="-140">
                <a:uFill>
                  <a:solidFill>
                    <a:srgbClr val="000000"/>
                  </a:solidFill>
                </a:uFill>
                <a:latin typeface="Bebas Neue Bold"/>
                <a:ea typeface="Bebas Neue Bold"/>
                <a:cs typeface="Bebas Neue Bold"/>
                <a:sym typeface="Bebas Neue Bold"/>
              </a:defRPr>
            </a:lvl1pPr>
          </a:lstStyle>
          <a:p>
            <a:r>
              <a:rPr err="1"/>
              <a:t>Evaluati</a:t>
            </a:r>
            <a:r>
              <a:rPr lang="en-US" err="1"/>
              <a:t>ON</a:t>
            </a:r>
            <a:r>
              <a:t> team project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F421B0-EDF0-132A-8010-3E9CB9A6D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242685"/>
            <a:ext cx="18530637" cy="1067628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988085" y="13101818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42" name="PLANNING introductieweek"/>
          <p:cNvSpPr txBox="1"/>
          <p:nvPr/>
        </p:nvSpPr>
        <p:spPr>
          <a:xfrm>
            <a:off x="11049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algn="l" defTabSz="914400">
              <a:defRPr sz="7000" spc="-140">
                <a:uFill>
                  <a:solidFill>
                    <a:srgbClr val="000000"/>
                  </a:solidFill>
                </a:uFill>
                <a:latin typeface="Bebas Neue Bold"/>
                <a:ea typeface="Bebas Neue Bold"/>
                <a:cs typeface="Bebas Neue Bold"/>
                <a:sym typeface="Bebas Neue Bold"/>
              </a:defRPr>
            </a:lvl1pPr>
          </a:lstStyle>
          <a:p>
            <a:r>
              <a:rPr lang="en-US"/>
              <a:t>SCHEDULE</a:t>
            </a:r>
            <a:r>
              <a:t> </a:t>
            </a:r>
            <a:r>
              <a:rPr lang="en-US"/>
              <a:t>INTRODUCTION WEEK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18EF67-4668-A9FD-A8E0-BED76C3E8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438400"/>
            <a:ext cx="18487741" cy="985396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93468-3C16-9DE6-ADDD-BA63E5D22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Dianummer">
            <a:extLst>
              <a:ext uri="{FF2B5EF4-FFF2-40B4-BE49-F238E27FC236}">
                <a16:creationId xmlns:a16="http://schemas.microsoft.com/office/drawing/2014/main" id="{8A16546D-B256-4C84-95A6-3A664D2ED8D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2988085" y="13101818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246" name="Oplevering introductieweek  (09/11)">
            <a:extLst>
              <a:ext uri="{FF2B5EF4-FFF2-40B4-BE49-F238E27FC236}">
                <a16:creationId xmlns:a16="http://schemas.microsoft.com/office/drawing/2014/main" id="{10719FE6-6C5C-7EE5-2E36-9CABAF990C3E}"/>
              </a:ext>
            </a:extLst>
          </p:cNvPr>
          <p:cNvSpPr txBox="1"/>
          <p:nvPr/>
        </p:nvSpPr>
        <p:spPr>
          <a:xfrm>
            <a:off x="11049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pPr algn="l" defTabSz="914400">
              <a:defRPr sz="7000" spc="-140">
                <a:uFill>
                  <a:solidFill>
                    <a:srgbClr val="000000"/>
                  </a:solidFill>
                </a:uFill>
                <a:latin typeface="Bebas Neue Bold"/>
                <a:ea typeface="Bebas Neue Bold"/>
                <a:cs typeface="Bebas Neue Bold"/>
                <a:sym typeface="Bebas Neue Bold"/>
              </a:defRPr>
            </a:pPr>
            <a:r>
              <a:rPr lang="en-US" dirty="0"/>
              <a:t>DELIVERABLES</a:t>
            </a:r>
            <a:r>
              <a:rPr dirty="0"/>
              <a:t> </a:t>
            </a:r>
            <a:r>
              <a:rPr lang="en-US" dirty="0"/>
              <a:t>INTRODUCTION WEEK</a:t>
            </a:r>
            <a:r>
              <a:rPr dirty="0"/>
              <a:t> </a:t>
            </a:r>
            <a:r>
              <a:rPr sz="4000" spc="-79" dirty="0"/>
              <a:t> (0</a:t>
            </a:r>
            <a:r>
              <a:rPr lang="en-US" sz="4000" spc="-79" dirty="0"/>
              <a:t>6</a:t>
            </a:r>
            <a:r>
              <a:rPr sz="4000" spc="-79" dirty="0"/>
              <a:t>/11)</a:t>
            </a:r>
          </a:p>
        </p:txBody>
      </p:sp>
      <p:sp>
        <p:nvSpPr>
          <p:cNvPr id="247" name="1. Uitgeschreven document met als inhoud (indienen als pdf op Leho):…">
            <a:extLst>
              <a:ext uri="{FF2B5EF4-FFF2-40B4-BE49-F238E27FC236}">
                <a16:creationId xmlns:a16="http://schemas.microsoft.com/office/drawing/2014/main" id="{2C7C8963-B1F4-2710-59AB-4AE6AF292359}"/>
              </a:ext>
            </a:extLst>
          </p:cNvPr>
          <p:cNvSpPr txBox="1"/>
          <p:nvPr/>
        </p:nvSpPr>
        <p:spPr>
          <a:xfrm>
            <a:off x="1104900" y="2874540"/>
            <a:ext cx="23279100" cy="9791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l" defTabSz="709930">
              <a:lnSpc>
                <a:spcPct val="200000"/>
              </a:lnSpc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sz="4300" dirty="0"/>
              <a:t>1. </a:t>
            </a:r>
            <a:r>
              <a:rPr lang="en-US" sz="4300" dirty="0"/>
              <a:t>Written</a:t>
            </a:r>
            <a:r>
              <a:rPr sz="4300" dirty="0"/>
              <a:t> </a:t>
            </a:r>
            <a:r>
              <a:rPr sz="4300" b="1" dirty="0"/>
              <a:t>document</a:t>
            </a:r>
            <a:r>
              <a:rPr sz="4300" dirty="0"/>
              <a:t> </a:t>
            </a:r>
            <a:r>
              <a:rPr lang="en-US" sz="4300" dirty="0"/>
              <a:t>containing </a:t>
            </a:r>
            <a:r>
              <a:rPr sz="4300" dirty="0"/>
              <a:t>(</a:t>
            </a:r>
            <a:r>
              <a:rPr lang="en-US" sz="3600" dirty="0"/>
              <a:t>to be submitted as a PDF on Leho</a:t>
            </a:r>
            <a:r>
              <a:rPr sz="4300" dirty="0"/>
              <a:t>):</a:t>
            </a:r>
            <a:r>
              <a:rPr lang="en-US" sz="4300" dirty="0"/>
              <a:t>	</a:t>
            </a:r>
            <a:endParaRPr sz="4300" dirty="0"/>
          </a:p>
          <a:p>
            <a:pPr marL="457200" lvl="8" indent="-457200" algn="l" defTabSz="709930">
              <a:lnSpc>
                <a:spcPct val="200000"/>
              </a:lnSpc>
              <a:buFontTx/>
              <a:buChar char="-"/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200" dirty="0"/>
              <a:t>team </a:t>
            </a:r>
            <a:r>
              <a:rPr lang="en-US" sz="3200" b="1" dirty="0"/>
              <a:t>role distribution </a:t>
            </a:r>
          </a:p>
          <a:p>
            <a:pPr marL="457200" lvl="8" indent="-457200" algn="l" defTabSz="709930">
              <a:lnSpc>
                <a:spcPct val="200000"/>
              </a:lnSpc>
              <a:buFontTx/>
              <a:buChar char="-"/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200" b="1" dirty="0"/>
              <a:t>project</a:t>
            </a:r>
            <a:r>
              <a:rPr lang="en-US" sz="3200" dirty="0"/>
              <a:t> description</a:t>
            </a:r>
          </a:p>
          <a:p>
            <a:pPr marL="457200" lvl="8" indent="-457200" algn="l" defTabSz="709930">
              <a:lnSpc>
                <a:spcPct val="200000"/>
              </a:lnSpc>
              <a:buFontTx/>
              <a:buChar char="-"/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200" dirty="0"/>
              <a:t>draft of the </a:t>
            </a:r>
            <a:r>
              <a:rPr lang="en-US" sz="3200" b="1" dirty="0"/>
              <a:t>technical solution</a:t>
            </a:r>
            <a:r>
              <a:rPr lang="en-US" sz="3200" dirty="0"/>
              <a:t> for the project (</a:t>
            </a:r>
            <a:r>
              <a:rPr lang="en-US" sz="3200" i="1" dirty="0"/>
              <a:t>diagram + additional explanation</a:t>
            </a:r>
            <a:r>
              <a:rPr lang="en-US" sz="3200" dirty="0"/>
              <a:t>)</a:t>
            </a:r>
          </a:p>
          <a:p>
            <a:pPr marL="457200" lvl="8" indent="-457200" algn="l" defTabSz="709930">
              <a:lnSpc>
                <a:spcPct val="200000"/>
              </a:lnSpc>
              <a:buFontTx/>
              <a:buChar char="-"/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200" dirty="0"/>
              <a:t>detailed description of your </a:t>
            </a:r>
            <a:r>
              <a:rPr lang="en-US" sz="3200" b="1" dirty="0"/>
              <a:t>research</a:t>
            </a:r>
            <a:r>
              <a:rPr lang="en-US" sz="3200" dirty="0"/>
              <a:t> for the project (with online sources and working links)</a:t>
            </a:r>
            <a:br>
              <a:rPr lang="en-US" sz="3200" dirty="0"/>
            </a:br>
            <a:r>
              <a:rPr lang="en-US" sz="2400" dirty="0">
                <a:sym typeface="Helvetica Neue"/>
              </a:rPr>
              <a:t>→ (for example: Are there similar use cases?, explain why you chose this approach, describe its main benefits, challenges, how it can be used, regulations? , </a:t>
            </a:r>
            <a:r>
              <a:rPr lang="en-US" sz="2400" dirty="0" err="1">
                <a:sym typeface="Helvetica Neue"/>
              </a:rPr>
              <a:t>etc</a:t>
            </a:r>
            <a:r>
              <a:rPr lang="en-US" sz="2400" dirty="0">
                <a:sym typeface="Helvetica Neue"/>
              </a:rPr>
              <a:t>)</a:t>
            </a:r>
          </a:p>
          <a:p>
            <a:pPr marL="457200" lvl="8" indent="-457200" algn="l" defTabSz="709930">
              <a:lnSpc>
                <a:spcPct val="200000"/>
              </a:lnSpc>
              <a:buFontTx/>
              <a:buChar char="-"/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200" b="1" dirty="0"/>
              <a:t>link </a:t>
            </a:r>
            <a:r>
              <a:rPr lang="en-US" sz="3200" dirty="0"/>
              <a:t>to your </a:t>
            </a:r>
            <a:r>
              <a:rPr lang="en-US" sz="3200" b="1" dirty="0"/>
              <a:t>GitHub</a:t>
            </a:r>
          </a:p>
          <a:p>
            <a:pPr marL="457200" lvl="8" indent="-457200" algn="l" defTabSz="709930">
              <a:lnSpc>
                <a:spcPct val="200000"/>
              </a:lnSpc>
              <a:buFontTx/>
              <a:buChar char="-"/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200" b="1" dirty="0"/>
              <a:t>link</a:t>
            </a:r>
            <a:r>
              <a:rPr lang="en-US" sz="3200" dirty="0"/>
              <a:t> to your </a:t>
            </a:r>
            <a:r>
              <a:rPr lang="en-US" sz="3200" b="1" dirty="0"/>
              <a:t>Trello</a:t>
            </a:r>
          </a:p>
          <a:p>
            <a:pPr lvl="3" indent="589788" algn="l" defTabSz="709930">
              <a:lnSpc>
                <a:spcPct val="200000"/>
              </a:lnSpc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	</a:t>
            </a:r>
          </a:p>
          <a:p>
            <a:pPr lvl="3" indent="589788" algn="l" defTabSz="709930">
              <a:lnSpc>
                <a:spcPct val="200000"/>
              </a:lnSpc>
              <a:defRPr sz="2580">
                <a:latin typeface="+mn-lt"/>
                <a:ea typeface="+mn-ea"/>
                <a:cs typeface="+mn-cs"/>
                <a:sym typeface="Helvetica Neue"/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28101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CA50F-BFB6-F4F5-2674-5CB735D88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Dianummer">
            <a:extLst>
              <a:ext uri="{FF2B5EF4-FFF2-40B4-BE49-F238E27FC236}">
                <a16:creationId xmlns:a16="http://schemas.microsoft.com/office/drawing/2014/main" id="{6548B1BD-53C6-7F27-8D4F-BAEC56D597D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2988085" y="13101818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246" name="Oplevering introductieweek  (09/11)">
            <a:extLst>
              <a:ext uri="{FF2B5EF4-FFF2-40B4-BE49-F238E27FC236}">
                <a16:creationId xmlns:a16="http://schemas.microsoft.com/office/drawing/2014/main" id="{BF93DBBA-903D-16E0-EFE8-6221BEB4A595}"/>
              </a:ext>
            </a:extLst>
          </p:cNvPr>
          <p:cNvSpPr txBox="1"/>
          <p:nvPr/>
        </p:nvSpPr>
        <p:spPr>
          <a:xfrm>
            <a:off x="11049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pPr algn="l" defTabSz="914400">
              <a:defRPr sz="7000" spc="-140">
                <a:uFill>
                  <a:solidFill>
                    <a:srgbClr val="000000"/>
                  </a:solidFill>
                </a:uFill>
                <a:latin typeface="Bebas Neue Bold"/>
                <a:ea typeface="Bebas Neue Bold"/>
                <a:cs typeface="Bebas Neue Bold"/>
                <a:sym typeface="Bebas Neue Bold"/>
              </a:defRPr>
            </a:pPr>
            <a:r>
              <a:rPr lang="en-US" dirty="0"/>
              <a:t>DELIVERABLES</a:t>
            </a:r>
            <a:r>
              <a:rPr dirty="0"/>
              <a:t> </a:t>
            </a:r>
            <a:r>
              <a:rPr lang="en-US" dirty="0"/>
              <a:t>INTRODUCTION WEEK</a:t>
            </a:r>
            <a:r>
              <a:rPr dirty="0"/>
              <a:t> </a:t>
            </a:r>
            <a:r>
              <a:rPr sz="4000" spc="-79" dirty="0"/>
              <a:t> (0</a:t>
            </a:r>
            <a:r>
              <a:rPr lang="en-US" sz="4000" spc="-79" dirty="0"/>
              <a:t>6</a:t>
            </a:r>
            <a:r>
              <a:rPr sz="4000" spc="-79" dirty="0"/>
              <a:t>/11)</a:t>
            </a:r>
          </a:p>
        </p:txBody>
      </p:sp>
      <p:sp>
        <p:nvSpPr>
          <p:cNvPr id="247" name="1. Uitgeschreven document met als inhoud (indienen als pdf op Leho):…">
            <a:extLst>
              <a:ext uri="{FF2B5EF4-FFF2-40B4-BE49-F238E27FC236}">
                <a16:creationId xmlns:a16="http://schemas.microsoft.com/office/drawing/2014/main" id="{5082E530-93D7-69E1-AFF7-387A142BEA6F}"/>
              </a:ext>
            </a:extLst>
          </p:cNvPr>
          <p:cNvSpPr txBox="1"/>
          <p:nvPr/>
        </p:nvSpPr>
        <p:spPr>
          <a:xfrm>
            <a:off x="1104900" y="2874540"/>
            <a:ext cx="23279100" cy="9791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l" defTabSz="709930">
              <a:lnSpc>
                <a:spcPct val="200000"/>
              </a:lnSpc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sz="4300" dirty="0"/>
              <a:t>1. </a:t>
            </a:r>
            <a:r>
              <a:rPr lang="en-US" sz="4300" dirty="0"/>
              <a:t>Written</a:t>
            </a:r>
            <a:r>
              <a:rPr sz="4300" dirty="0"/>
              <a:t> </a:t>
            </a:r>
            <a:r>
              <a:rPr sz="4300" b="1" dirty="0"/>
              <a:t>document</a:t>
            </a:r>
            <a:r>
              <a:rPr sz="4300" dirty="0"/>
              <a:t> </a:t>
            </a:r>
            <a:r>
              <a:rPr lang="en-US" sz="4300" dirty="0"/>
              <a:t>containing </a:t>
            </a:r>
            <a:r>
              <a:rPr sz="4300" dirty="0"/>
              <a:t>(</a:t>
            </a:r>
            <a:r>
              <a:rPr lang="en-US" sz="3600" dirty="0"/>
              <a:t>to be submitted as a PDF on Leho</a:t>
            </a:r>
            <a:r>
              <a:rPr sz="4300" dirty="0"/>
              <a:t>):</a:t>
            </a:r>
            <a:r>
              <a:rPr lang="en-US" sz="4300" dirty="0"/>
              <a:t>	</a:t>
            </a:r>
            <a:endParaRPr sz="4300" dirty="0"/>
          </a:p>
          <a:p>
            <a:pPr marL="457200" lvl="8" indent="-457200" algn="l" defTabSz="709930">
              <a:lnSpc>
                <a:spcPct val="200000"/>
              </a:lnSpc>
              <a:buFontTx/>
              <a:buChar char="-"/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200" b="1" dirty="0"/>
              <a:t>Trello configuration</a:t>
            </a:r>
          </a:p>
          <a:p>
            <a:pPr lvl="8" indent="0" algn="l" defTabSz="709930">
              <a:lnSpc>
                <a:spcPct val="200000"/>
              </a:lnSpc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800" dirty="0"/>
              <a:t>	- create a board and share it with the Scrum team &amp; coaches (coaches must be able to log into your board during the presentation)</a:t>
            </a:r>
          </a:p>
          <a:p>
            <a:pPr lvl="8" indent="0" algn="l" defTabSz="709930">
              <a:lnSpc>
                <a:spcPct val="200000"/>
              </a:lnSpc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800" dirty="0"/>
              <a:t>       - include a </a:t>
            </a:r>
            <a:r>
              <a:rPr lang="en-US" sz="2800" b="1" dirty="0"/>
              <a:t>link to the board in your document</a:t>
            </a:r>
          </a:p>
          <a:p>
            <a:pPr lvl="8" indent="0" algn="l" defTabSz="709930">
              <a:lnSpc>
                <a:spcPct val="200000"/>
              </a:lnSpc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800" dirty="0"/>
              <a:t>       - name the board after your project, </a:t>
            </a:r>
            <a:r>
              <a:rPr lang="en-US" sz="2800" dirty="0" err="1"/>
              <a:t>e.g.,</a:t>
            </a:r>
            <a:r>
              <a:rPr lang="en-US" sz="2800" i="1" dirty="0" err="1"/>
              <a:t>Ergo</a:t>
            </a:r>
            <a:r>
              <a:rPr lang="en-US" sz="2800" i="1" dirty="0"/>
              <a:t>  Group 1</a:t>
            </a:r>
          </a:p>
          <a:p>
            <a:pPr lvl="8" indent="0" algn="l" defTabSz="709930">
              <a:lnSpc>
                <a:spcPct val="200000"/>
              </a:lnSpc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800" dirty="0"/>
              <a:t>       - product backlog</a:t>
            </a:r>
            <a:br>
              <a:rPr lang="en-US" sz="2800" dirty="0"/>
            </a:br>
            <a:r>
              <a:rPr lang="en-US" sz="2800" dirty="0"/>
              <a:t>       - </a:t>
            </a:r>
            <a:r>
              <a:rPr lang="en-US" sz="2800" b="1" dirty="0"/>
              <a:t>define sprints </a:t>
            </a:r>
            <a:r>
              <a:rPr lang="en-US" sz="2800" dirty="0"/>
              <a:t>(+ </a:t>
            </a:r>
            <a:r>
              <a:rPr lang="en-US" sz="2800" b="1" dirty="0"/>
              <a:t>prepare sprint 1 for January</a:t>
            </a:r>
            <a:r>
              <a:rPr lang="en-US" sz="2800" dirty="0"/>
              <a:t>) </a:t>
            </a:r>
          </a:p>
          <a:p>
            <a:pPr lvl="8" indent="0" algn="l" defTabSz="709930">
              <a:lnSpc>
                <a:spcPct val="200000"/>
              </a:lnSpc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800" dirty="0"/>
              <a:t>       - add tasks and assign deadlines</a:t>
            </a:r>
          </a:p>
          <a:p>
            <a:pPr lvl="8" indent="0" algn="l" defTabSz="709930">
              <a:lnSpc>
                <a:spcPct val="200000"/>
              </a:lnSpc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200" dirty="0">
                <a:sym typeface="Helvetica Neue"/>
              </a:rPr>
              <a:t>-   </a:t>
            </a:r>
            <a:r>
              <a:rPr lang="en-US" sz="3200" b="1" dirty="0">
                <a:sym typeface="Helvetica Neue"/>
              </a:rPr>
              <a:t>link </a:t>
            </a:r>
            <a:r>
              <a:rPr lang="en-US" sz="3200" dirty="0">
                <a:sym typeface="Helvetica Neue"/>
              </a:rPr>
              <a:t>to your </a:t>
            </a:r>
            <a:r>
              <a:rPr lang="en-US" sz="3200" b="1" dirty="0">
                <a:sym typeface="Helvetica Neue"/>
              </a:rPr>
              <a:t>GitHub</a:t>
            </a:r>
          </a:p>
          <a:p>
            <a:pPr lvl="3" indent="589788" algn="l" defTabSz="709930">
              <a:lnSpc>
                <a:spcPct val="200000"/>
              </a:lnSpc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	</a:t>
            </a:r>
          </a:p>
          <a:p>
            <a:pPr lvl="3" indent="589788" algn="l" defTabSz="709930">
              <a:lnSpc>
                <a:spcPct val="200000"/>
              </a:lnSpc>
              <a:defRPr sz="2580">
                <a:latin typeface="+mn-lt"/>
                <a:ea typeface="+mn-ea"/>
                <a:cs typeface="+mn-cs"/>
                <a:sym typeface="Helvetica Neue"/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44651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988085" y="13101818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250" name="Oplevering introductieweek  (09/11)"/>
          <p:cNvSpPr txBox="1"/>
          <p:nvPr/>
        </p:nvSpPr>
        <p:spPr>
          <a:xfrm>
            <a:off x="11049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pPr algn="l" defTabSz="914400">
              <a:defRPr sz="7000" spc="-140">
                <a:uFill>
                  <a:solidFill>
                    <a:srgbClr val="000000"/>
                  </a:solidFill>
                </a:uFill>
                <a:latin typeface="Bebas Neue Bold"/>
                <a:ea typeface="Bebas Neue Bold"/>
                <a:cs typeface="Bebas Neue Bold"/>
                <a:sym typeface="Bebas Neue Bold"/>
              </a:defRPr>
            </a:pPr>
            <a:r>
              <a:rPr lang="en-US" dirty="0"/>
              <a:t>DELIVERABLES INTRODUCTION WEEK </a:t>
            </a:r>
            <a:r>
              <a:rPr lang="en-US" sz="4000" spc="-79" dirty="0"/>
              <a:t> (06/11)</a:t>
            </a:r>
          </a:p>
        </p:txBody>
      </p:sp>
      <p:sp>
        <p:nvSpPr>
          <p:cNvPr id="251" name="2.  Inhoud van de presentatie (samenvatting van je dossier) (indienen als pdf op Leho)…"/>
          <p:cNvSpPr txBox="1"/>
          <p:nvPr/>
        </p:nvSpPr>
        <p:spPr>
          <a:xfrm>
            <a:off x="1104900" y="2843792"/>
            <a:ext cx="22515192" cy="6179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4600" dirty="0"/>
              <a:t>2. </a:t>
            </a:r>
            <a:r>
              <a:rPr lang="en-US" sz="4300" b="1" dirty="0"/>
              <a:t>Presentation document</a:t>
            </a:r>
            <a:r>
              <a:rPr lang="en-US" sz="4300" dirty="0"/>
              <a:t> containing </a:t>
            </a:r>
            <a:r>
              <a:rPr lang="en-US" sz="4600" dirty="0"/>
              <a:t>(</a:t>
            </a:r>
            <a:r>
              <a:rPr lang="en-US" sz="3600" dirty="0"/>
              <a:t>to be submitted as a PDF on Leho</a:t>
            </a:r>
            <a:r>
              <a:rPr lang="en-US" sz="4600" dirty="0"/>
              <a:t>):	</a:t>
            </a:r>
          </a:p>
          <a:p>
            <a:pPr marL="457200" lvl="8" indent="-457200" algn="l" defTabSz="709930">
              <a:lnSpc>
                <a:spcPct val="200000"/>
              </a:lnSpc>
              <a:buFontTx/>
              <a:buChar char="-"/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200" b="1" dirty="0"/>
              <a:t>project</a:t>
            </a:r>
            <a:r>
              <a:rPr lang="en-US" sz="3200" dirty="0"/>
              <a:t> description</a:t>
            </a:r>
          </a:p>
          <a:p>
            <a:pPr marL="457200" lvl="8" indent="-457200" algn="l" defTabSz="709930">
              <a:lnSpc>
                <a:spcPct val="200000"/>
              </a:lnSpc>
              <a:buFontTx/>
              <a:buChar char="-"/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200" dirty="0"/>
              <a:t>team </a:t>
            </a:r>
            <a:r>
              <a:rPr lang="en-US" sz="3200" b="1" dirty="0"/>
              <a:t>role distribution</a:t>
            </a:r>
          </a:p>
          <a:p>
            <a:pPr marL="457200" lvl="8" indent="-457200" algn="l" defTabSz="709930">
              <a:lnSpc>
                <a:spcPct val="200000"/>
              </a:lnSpc>
              <a:buFontTx/>
              <a:buChar char="-"/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200" dirty="0"/>
              <a:t>draft of the </a:t>
            </a:r>
            <a:r>
              <a:rPr lang="en-US" sz="3200" b="1" dirty="0"/>
              <a:t>technical solution</a:t>
            </a:r>
            <a:r>
              <a:rPr lang="en-US" sz="3200" dirty="0"/>
              <a:t> for the project (</a:t>
            </a:r>
            <a:r>
              <a:rPr lang="en-US" sz="3200" i="1" dirty="0"/>
              <a:t>diagram + additional explanation</a:t>
            </a:r>
            <a:r>
              <a:rPr lang="en-US" sz="3200" dirty="0"/>
              <a:t>)</a:t>
            </a:r>
          </a:p>
          <a:p>
            <a:pPr marL="457200" lvl="8" indent="-457200" algn="l" defTabSz="709930">
              <a:lnSpc>
                <a:spcPct val="200000"/>
              </a:lnSpc>
              <a:buFontTx/>
              <a:buChar char="-"/>
              <a:defRPr sz="258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3200" b="1" dirty="0"/>
              <a:t>Trello</a:t>
            </a:r>
            <a:r>
              <a:rPr lang="en-US" sz="3200" dirty="0"/>
              <a:t> overview (structure, backlog, sprint introduction week, January sprint prepared)</a:t>
            </a:r>
            <a:endParaRPr dirty="0"/>
          </a:p>
          <a:p>
            <a:pPr marL="457200" indent="-457200" algn="l" defTabSz="457200">
              <a:tabLst>
                <a:tab pos="139700" algn="l"/>
                <a:tab pos="457200" algn="l"/>
              </a:tabLst>
              <a:defRPr sz="1600">
                <a:solidFill>
                  <a:srgbClr val="2D3B45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258" name="Evaluatiepresentatie introductieweek"/>
          <p:cNvSpPr txBox="1"/>
          <p:nvPr/>
        </p:nvSpPr>
        <p:spPr>
          <a:xfrm>
            <a:off x="11049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algn="l" defTabSz="914400">
              <a:defRPr sz="7000" spc="-140">
                <a:uFill>
                  <a:solidFill>
                    <a:srgbClr val="000000"/>
                  </a:solidFill>
                </a:uFill>
                <a:latin typeface="Bebas Neue Bold"/>
                <a:ea typeface="Bebas Neue Bold"/>
                <a:cs typeface="Bebas Neue Bold"/>
                <a:sym typeface="Bebas Neue Bold"/>
              </a:defRPr>
            </a:lvl1pPr>
          </a:lstStyle>
          <a:p>
            <a:r>
              <a:rPr lang="en-US"/>
              <a:t>Presentation - Introduction Week</a:t>
            </a:r>
          </a:p>
        </p:txBody>
      </p:sp>
      <p:sp>
        <p:nvSpPr>
          <p:cNvPr id="259" name="- Wanneer? Vrijdag 10/11 (volgens schema op Leho) = 10%…"/>
          <p:cNvSpPr txBox="1"/>
          <p:nvPr/>
        </p:nvSpPr>
        <p:spPr>
          <a:xfrm>
            <a:off x="1147373" y="3204741"/>
            <a:ext cx="22515192" cy="9520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b="1" dirty="0"/>
              <a:t>- When</a:t>
            </a:r>
            <a:r>
              <a:rPr lang="en-US" dirty="0"/>
              <a:t>? Friday, 7 November (schedule on Leho will follow ) </a:t>
            </a:r>
            <a:r>
              <a:rPr dirty="0"/>
              <a:t>= 10%</a:t>
            </a:r>
          </a:p>
          <a:p>
            <a:pPr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- </a:t>
            </a:r>
            <a:r>
              <a:rPr lang="en-US" b="1" dirty="0"/>
              <a:t>Duration? </a:t>
            </a:r>
            <a:r>
              <a:rPr lang="en-US" dirty="0"/>
              <a:t>15 minutes</a:t>
            </a:r>
            <a:endParaRPr dirty="0"/>
          </a:p>
          <a:p>
            <a:pPr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sz="2500" dirty="0"/>
              <a:t>- </a:t>
            </a:r>
            <a:r>
              <a:rPr lang="en-US" b="1" dirty="0"/>
              <a:t>Where</a:t>
            </a:r>
            <a:r>
              <a:rPr b="1" dirty="0"/>
              <a:t>? </a:t>
            </a:r>
            <a:r>
              <a:rPr lang="en-US" dirty="0"/>
              <a:t>A.2.302</a:t>
            </a:r>
            <a:br>
              <a:rPr dirty="0"/>
            </a:br>
            <a:r>
              <a:rPr dirty="0"/>
              <a:t>             💡 </a:t>
            </a:r>
            <a:r>
              <a:rPr lang="en-US" dirty="0"/>
              <a:t>Your group should be </a:t>
            </a:r>
            <a:r>
              <a:rPr lang="en-US" b="1" dirty="0"/>
              <a:t>present</a:t>
            </a:r>
            <a:r>
              <a:rPr lang="en-US" dirty="0"/>
              <a:t> at the classroom </a:t>
            </a:r>
            <a:r>
              <a:rPr lang="en-US" b="1" dirty="0"/>
              <a:t>15 minutes </a:t>
            </a:r>
            <a:r>
              <a:rPr lang="en-US" dirty="0"/>
              <a:t>in advance.</a:t>
            </a:r>
            <a:endParaRPr dirty="0"/>
          </a:p>
          <a:p>
            <a:pPr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sz="2500" dirty="0"/>
              <a:t>- </a:t>
            </a:r>
            <a:r>
              <a:rPr b="1" dirty="0"/>
              <a:t>Criteria?</a:t>
            </a:r>
          </a:p>
          <a:p>
            <a:pPr marL="342900" lvl="1" indent="-342900" algn="l">
              <a:lnSpc>
                <a:spcPct val="150000"/>
              </a:lnSpc>
              <a:buFontTx/>
              <a:buChar char="-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500" dirty="0"/>
              <a:t>Documentation complete</a:t>
            </a:r>
          </a:p>
          <a:p>
            <a:pPr marL="342900" lvl="8" indent="-342900" algn="l">
              <a:lnSpc>
                <a:spcPct val="150000"/>
              </a:lnSpc>
              <a:buFontTx/>
              <a:buChar char="-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500" dirty="0"/>
              <a:t>Quality of documentation</a:t>
            </a:r>
          </a:p>
          <a:p>
            <a:pPr marL="342900" lvl="8" indent="-342900" algn="l">
              <a:lnSpc>
                <a:spcPct val="150000"/>
              </a:lnSpc>
              <a:buFontTx/>
              <a:buChar char="-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500" dirty="0"/>
              <a:t>Ability to explain the content of the documentation</a:t>
            </a:r>
          </a:p>
          <a:p>
            <a:pPr marL="342900" lvl="8" indent="-342900" algn="l">
              <a:lnSpc>
                <a:spcPct val="150000"/>
              </a:lnSpc>
              <a:buFontTx/>
              <a:buChar char="-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500" dirty="0"/>
              <a:t>Presentation (appearance, everyone has a chance to speak, language use, ...)</a:t>
            </a:r>
            <a:endParaRPr sz="2500"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22988085" y="13101818"/>
            <a:ext cx="290831" cy="473711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87" name="COACHES"/>
          <p:cNvSpPr txBox="1"/>
          <p:nvPr/>
        </p:nvSpPr>
        <p:spPr>
          <a:xfrm>
            <a:off x="11049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algn="l" defTabSz="914400">
              <a:defRPr sz="7000" spc="-140">
                <a:uFill>
                  <a:solidFill>
                    <a:srgbClr val="000000"/>
                  </a:solidFill>
                </a:uFill>
                <a:latin typeface="Bebas Neue Bold"/>
                <a:ea typeface="Bebas Neue Bold"/>
                <a:cs typeface="Bebas Neue Bold"/>
                <a:sym typeface="Bebas Neue Bold"/>
              </a:defRPr>
            </a:lvl1pPr>
          </a:lstStyle>
          <a:p>
            <a:r>
              <a:t>COACHES</a:t>
            </a:r>
          </a:p>
        </p:txBody>
      </p:sp>
      <p:pic>
        <p:nvPicPr>
          <p:cNvPr id="188" name="baseline_person_pin_black_48pt_3x.png" descr="baseline_person_pin_black_48pt_3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55" y="6839473"/>
            <a:ext cx="548133" cy="548134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Dieter De Preester - Backend / Cloud (Algemene vragen over technische issues)"/>
          <p:cNvSpPr txBox="1"/>
          <p:nvPr/>
        </p:nvSpPr>
        <p:spPr>
          <a:xfrm>
            <a:off x="2156575" y="6828805"/>
            <a:ext cx="6488956" cy="723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l">
              <a:lnSpc>
                <a:spcPct val="150000"/>
              </a:lnSpc>
              <a:defRPr sz="3000">
                <a:latin typeface="Inter Regular"/>
                <a:ea typeface="Inter Regular"/>
                <a:cs typeface="Inter Regular"/>
                <a:sym typeface="Inter Regular"/>
              </a:defRPr>
            </a:pPr>
            <a:r>
              <a:rPr lang="en-US"/>
              <a:t>Marie Dewitte – AI / General questions  </a:t>
            </a:r>
            <a:endParaRPr sz="2000"/>
          </a:p>
        </p:txBody>
      </p:sp>
      <p:sp>
        <p:nvSpPr>
          <p:cNvPr id="190" name="- Team van consults met eigen vakdomein…"/>
          <p:cNvSpPr txBox="1"/>
          <p:nvPr/>
        </p:nvSpPr>
        <p:spPr>
          <a:xfrm>
            <a:off x="1147373" y="3204741"/>
            <a:ext cx="22515192" cy="1598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 fontScale="92500" lnSpcReduction="20000"/>
          </a:bodyPr>
          <a:lstStyle/>
          <a:p>
            <a:pPr algn="l">
              <a:lnSpc>
                <a:spcPct val="200000"/>
              </a:lnSpc>
              <a:defRPr sz="3000">
                <a:latin typeface="Inter Regular"/>
                <a:ea typeface="Inter Regular"/>
                <a:cs typeface="Inter Regular"/>
                <a:sym typeface="Inter Regular"/>
              </a:defRPr>
            </a:pPr>
            <a:r>
              <a:rPr sz="2500"/>
              <a:t>- </a:t>
            </a:r>
            <a:r>
              <a:rPr lang="en-US"/>
              <a:t>Team of coaches with their own area of expertise</a:t>
            </a:r>
          </a:p>
          <a:p>
            <a:pPr algn="l">
              <a:lnSpc>
                <a:spcPct val="200000"/>
              </a:lnSpc>
              <a:defRPr sz="3000">
                <a:latin typeface="Inter Regular"/>
                <a:ea typeface="Inter Regular"/>
                <a:cs typeface="Inter Regular"/>
                <a:sym typeface="Inter Regular"/>
              </a:defRPr>
            </a:pPr>
            <a:r>
              <a:t>-</a:t>
            </a:r>
            <a:r>
              <a:rPr lang="en-US"/>
              <a:t> </a:t>
            </a:r>
            <a:r>
              <a:rPr lang="en-US" err="1"/>
              <a:t>Leho</a:t>
            </a:r>
            <a:r>
              <a:rPr lang="en-US"/>
              <a:t> &gt; sign up for time slots via appointment groups (calendar), not via email</a:t>
            </a:r>
            <a:endParaRPr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193" name="baseline_person_pin_black_48pt_3x.png" descr="baseline_person_pin_black_48pt_3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766" y="7553302"/>
            <a:ext cx="548133" cy="548133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Martijn Loth - Frontend"/>
          <p:cNvSpPr txBox="1"/>
          <p:nvPr/>
        </p:nvSpPr>
        <p:spPr>
          <a:xfrm>
            <a:off x="2181975" y="7545676"/>
            <a:ext cx="3406382" cy="723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150000"/>
              </a:lnSpc>
              <a:defRPr sz="3000">
                <a:latin typeface="Inter Regular"/>
                <a:ea typeface="Inter Regular"/>
                <a:cs typeface="Inter Regular"/>
                <a:sym typeface="Inter Regular"/>
              </a:defRPr>
            </a:lvl1pPr>
          </a:lstStyle>
          <a:p>
            <a:r>
              <a:rPr lang="en-US"/>
              <a:t>Wouter Gevaert – AI </a:t>
            </a:r>
            <a:endParaRPr/>
          </a:p>
        </p:txBody>
      </p:sp>
      <p:pic>
        <p:nvPicPr>
          <p:cNvPr id="3" name="baseline_person_pin_black_48pt_3x.png" descr="baseline_person_pin_black_48pt_3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187" y="6139803"/>
            <a:ext cx="548133" cy="548133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Frederik Waeyaert - .NET development"/>
          <p:cNvSpPr txBox="1"/>
          <p:nvPr/>
        </p:nvSpPr>
        <p:spPr>
          <a:xfrm>
            <a:off x="2156575" y="6134469"/>
            <a:ext cx="12747079" cy="723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lnSpc>
                <a:spcPct val="150000"/>
              </a:lnSpc>
              <a:defRPr sz="3000">
                <a:latin typeface="Inter Regular"/>
                <a:ea typeface="Inter Regular"/>
                <a:cs typeface="Inter Regular"/>
                <a:sym typeface="Inter Regular"/>
              </a:defRPr>
            </a:lvl1pPr>
          </a:lstStyle>
          <a:p>
            <a:r>
              <a:t>Frederik Waeyaert </a:t>
            </a:r>
            <a:r>
              <a:rPr lang="en-US"/>
              <a:t>–</a:t>
            </a:r>
            <a:r>
              <a:t> </a:t>
            </a:r>
            <a:r>
              <a:rPr lang="en-US"/>
              <a:t>Backend / Cloud  / General questions + Module Responsible</a:t>
            </a:r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263" name="Soort projecten"/>
          <p:cNvSpPr txBox="1"/>
          <p:nvPr/>
        </p:nvSpPr>
        <p:spPr>
          <a:xfrm>
            <a:off x="11049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algn="l" defTabSz="914400">
              <a:defRPr sz="7000" spc="-140">
                <a:uFill>
                  <a:solidFill>
                    <a:srgbClr val="000000"/>
                  </a:solidFill>
                </a:uFill>
                <a:latin typeface="Bebas Neue Bold"/>
                <a:ea typeface="Bebas Neue Bold"/>
                <a:cs typeface="Bebas Neue Bold"/>
                <a:sym typeface="Bebas Neue Bold"/>
              </a:defRPr>
            </a:lvl1pPr>
          </a:lstStyle>
          <a:p>
            <a:r>
              <a:rPr lang="en-US"/>
              <a:t>4 </a:t>
            </a:r>
            <a:r>
              <a:rPr lang="en-US" err="1"/>
              <a:t>pROJECTS</a:t>
            </a:r>
            <a:endParaRPr/>
          </a:p>
        </p:txBody>
      </p:sp>
      <p:sp>
        <p:nvSpPr>
          <p:cNvPr id="264" name="Zie Leho &gt; Team Project &gt; Modules &gt; Introductieweek (06-10 november) &gt; Projectfiches"/>
          <p:cNvSpPr txBox="1"/>
          <p:nvPr/>
        </p:nvSpPr>
        <p:spPr>
          <a:xfrm>
            <a:off x="1147372" y="3204740"/>
            <a:ext cx="15017913" cy="9384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 fontScale="92500" lnSpcReduction="20000"/>
          </a:bodyPr>
          <a:lstStyle>
            <a:lvl1pPr algn="l">
              <a:lnSpc>
                <a:spcPct val="200000"/>
              </a:lnSpc>
              <a:defRPr sz="30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dirty="0"/>
              <a:t>See</a:t>
            </a:r>
            <a:r>
              <a:rPr dirty="0"/>
              <a:t> Leho &gt; Team Project &gt; Modules &gt; </a:t>
            </a:r>
            <a:r>
              <a:rPr dirty="0" err="1"/>
              <a:t>Introducti</a:t>
            </a:r>
            <a:r>
              <a:rPr lang="en-US" dirty="0" err="1"/>
              <a:t>on</a:t>
            </a:r>
            <a:r>
              <a:rPr dirty="0" err="1"/>
              <a:t>week</a:t>
            </a:r>
            <a:r>
              <a:rPr dirty="0"/>
              <a:t> &gt; </a:t>
            </a:r>
            <a:r>
              <a:rPr lang="en-US" dirty="0"/>
              <a:t>Project </a:t>
            </a:r>
            <a:br>
              <a:rPr lang="en-US" dirty="0"/>
            </a:br>
            <a:endParaRPr lang="en-US" dirty="0"/>
          </a:p>
          <a:p>
            <a:pPr marL="457200" indent="-457200">
              <a:buFontTx/>
              <a:buChar char="-"/>
            </a:pPr>
            <a:r>
              <a:rPr lang="en-US" b="1" dirty="0"/>
              <a:t>Evaluation system for gymnastics techniques</a:t>
            </a:r>
            <a:r>
              <a:rPr lang="en-US" dirty="0"/>
              <a:t>: </a:t>
            </a:r>
          </a:p>
          <a:p>
            <a:r>
              <a:rPr lang="en-US" dirty="0"/>
              <a:t>	Michiel Hoste -  Educative Bachelor (Physical Education) - </a:t>
            </a:r>
            <a:r>
              <a:rPr lang="en-US" dirty="0">
                <a:hlinkClick r:id="rId2"/>
              </a:rPr>
              <a:t>michiel.hoste@howest.be</a:t>
            </a:r>
            <a:endParaRPr lang="en-US" dirty="0"/>
          </a:p>
          <a:p>
            <a:r>
              <a:rPr lang="en-US" dirty="0"/>
              <a:t>	</a:t>
            </a:r>
            <a:r>
              <a:rPr lang="en-US" i="1" dirty="0"/>
              <a:t>(Michiel will be here (Forum) for the briefing tomorrow morning at 9 am)</a:t>
            </a:r>
          </a:p>
          <a:p>
            <a:pPr marL="457200" indent="-457200">
              <a:buFontTx/>
              <a:buChar char="-"/>
            </a:pPr>
            <a:r>
              <a:rPr lang="en-US" b="1" dirty="0"/>
              <a:t>Traffic Analysis</a:t>
            </a:r>
            <a:r>
              <a:rPr lang="en-US" dirty="0"/>
              <a:t>: </a:t>
            </a:r>
          </a:p>
          <a:p>
            <a:r>
              <a:rPr lang="en-US" dirty="0"/>
              <a:t>	Els </a:t>
            </a:r>
            <a:r>
              <a:rPr lang="en-US" dirty="0" err="1"/>
              <a:t>Denaeghel</a:t>
            </a:r>
            <a:r>
              <a:rPr lang="en-US" dirty="0"/>
              <a:t> - Built Environment -  </a:t>
            </a:r>
            <a:r>
              <a:rPr lang="en-US" dirty="0">
                <a:hlinkClick r:id="rId3"/>
              </a:rPr>
              <a:t>els.denaeghel@howest.be</a:t>
            </a:r>
            <a:r>
              <a:rPr lang="en-US" dirty="0"/>
              <a:t> </a:t>
            </a:r>
          </a:p>
          <a:p>
            <a:r>
              <a:rPr lang="en-US" dirty="0"/>
              <a:t>	</a:t>
            </a:r>
            <a:r>
              <a:rPr lang="en-US" i="1" dirty="0"/>
              <a:t>(Els will be here at 10:30 am)</a:t>
            </a:r>
          </a:p>
          <a:p>
            <a:pPr marL="457200" indent="-457200">
              <a:buFontTx/>
              <a:buChar char="-"/>
            </a:pPr>
            <a:r>
              <a:rPr lang="en-US" b="1" dirty="0">
                <a:latin typeface="Arial" panose="020B0604020202020204" pitchFamily="34" charset="0"/>
              </a:rPr>
              <a:t>Energy consumption</a:t>
            </a:r>
            <a:r>
              <a:rPr lang="sv-SE" dirty="0">
                <a:latin typeface="Arial" panose="020B0604020202020204" pitchFamily="34" charset="0"/>
              </a:rPr>
              <a:t>: </a:t>
            </a:r>
          </a:p>
          <a:p>
            <a:r>
              <a:rPr lang="nb-NO" dirty="0">
                <a:latin typeface="Arial" panose="020B0604020202020204" pitchFamily="34" charset="0"/>
              </a:rPr>
              <a:t>	Jeroen Debaets -  Energylab - </a:t>
            </a:r>
            <a:r>
              <a:rPr lang="nb-NO" dirty="0">
                <a:latin typeface="Arial" panose="020B0604020202020204" pitchFamily="34" charset="0"/>
                <a:hlinkClick r:id="rId4"/>
              </a:rPr>
              <a:t>jeroen.debaets@howest.</a:t>
            </a:r>
            <a:r>
              <a:rPr lang="nb-NO">
                <a:latin typeface="Arial" panose="020B0604020202020204" pitchFamily="34" charset="0"/>
                <a:hlinkClick r:id="rId4"/>
              </a:rPr>
              <a:t>be</a:t>
            </a:r>
            <a:r>
              <a:rPr lang="nb-NO">
                <a:latin typeface="Arial" panose="020B0604020202020204" pitchFamily="34" charset="0"/>
              </a:rPr>
              <a:t> 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b="1" dirty="0"/>
              <a:t>Experiential learning in immersive nature: </a:t>
            </a:r>
          </a:p>
          <a:p>
            <a:r>
              <a:rPr lang="en-US" b="1" dirty="0"/>
              <a:t>	</a:t>
            </a:r>
            <a:r>
              <a:rPr lang="sv-SE" dirty="0"/>
              <a:t>Siska Vandemaele - Occupational Therapy -  </a:t>
            </a:r>
            <a:r>
              <a:rPr lang="sv-SE" dirty="0">
                <a:hlinkClick r:id="rId5"/>
              </a:rPr>
              <a:t>siska.vandemaele@howest.be</a:t>
            </a:r>
            <a:r>
              <a:rPr lang="sv-SE" dirty="0"/>
              <a:t>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1337eef-b66e-4fde-b081-a3272a7c00ca" xsi:nil="true"/>
    <TeamsChannelId xmlns="e43d81d0-7a9c-4012-90dc-ae63c601f626" xsi:nil="true"/>
    <Invited_Teachers xmlns="e43d81d0-7a9c-4012-90dc-ae63c601f626" xsi:nil="true"/>
    <Invited_Leaders xmlns="e43d81d0-7a9c-4012-90dc-ae63c601f626" xsi:nil="true"/>
    <Teachers xmlns="e43d81d0-7a9c-4012-90dc-ae63c601f626">
      <UserInfo>
        <DisplayName/>
        <AccountId xsi:nil="true"/>
        <AccountType/>
      </UserInfo>
    </Teachers>
    <Leaders xmlns="e43d81d0-7a9c-4012-90dc-ae63c601f626">
      <UserInfo>
        <DisplayName/>
        <AccountId xsi:nil="true"/>
        <AccountType/>
      </UserInfo>
    </Leaders>
    <Has_Teacher_Only_SectionGroup xmlns="e43d81d0-7a9c-4012-90dc-ae63c601f626" xsi:nil="true"/>
    <Members xmlns="e43d81d0-7a9c-4012-90dc-ae63c601f626">
      <UserInfo>
        <DisplayName/>
        <AccountId xsi:nil="true"/>
        <AccountType/>
      </UserInfo>
    </Members>
    <Member_Groups xmlns="e43d81d0-7a9c-4012-90dc-ae63c601f626">
      <UserInfo>
        <DisplayName/>
        <AccountId xsi:nil="true"/>
        <AccountType/>
      </UserInfo>
    </Member_Groups>
    <Is_Collaboration_Space_Locked xmlns="e43d81d0-7a9c-4012-90dc-ae63c601f626" xsi:nil="true"/>
    <CultureName xmlns="e43d81d0-7a9c-4012-90dc-ae63c601f626" xsi:nil="true"/>
    <Distribution_Groups xmlns="e43d81d0-7a9c-4012-90dc-ae63c601f626" xsi:nil="true"/>
    <lcf76f155ced4ddcb4097134ff3c332f xmlns="e43d81d0-7a9c-4012-90dc-ae63c601f626">
      <Terms xmlns="http://schemas.microsoft.com/office/infopath/2007/PartnerControls"/>
    </lcf76f155ced4ddcb4097134ff3c332f>
    <Has_Leaders_Only_SectionGroup xmlns="e43d81d0-7a9c-4012-90dc-ae63c601f626" xsi:nil="true"/>
    <DefaultSectionNames xmlns="e43d81d0-7a9c-4012-90dc-ae63c601f626" xsi:nil="true"/>
    <Owner xmlns="e43d81d0-7a9c-4012-90dc-ae63c601f626">
      <UserInfo>
        <DisplayName/>
        <AccountId xsi:nil="true"/>
        <AccountType/>
      </UserInfo>
    </Owner>
    <Aanpassing xmlns="e43d81d0-7a9c-4012-90dc-ae63c601f626" xsi:nil="true"/>
    <AppVersion xmlns="e43d81d0-7a9c-4012-90dc-ae63c601f626" xsi:nil="true"/>
    <NotebookType xmlns="e43d81d0-7a9c-4012-90dc-ae63c601f626" xsi:nil="true"/>
    <FolderType xmlns="e43d81d0-7a9c-4012-90dc-ae63c601f626" xsi:nil="true"/>
    <Students xmlns="e43d81d0-7a9c-4012-90dc-ae63c601f626">
      <UserInfo>
        <DisplayName/>
        <AccountId xsi:nil="true"/>
        <AccountType/>
      </UserInfo>
    </Students>
    <Student_Groups xmlns="e43d81d0-7a9c-4012-90dc-ae63c601f626">
      <UserInfo>
        <DisplayName/>
        <AccountId xsi:nil="true"/>
        <AccountType/>
      </UserInfo>
    </Student_Groups>
    <Templates xmlns="e43d81d0-7a9c-4012-90dc-ae63c601f626" xsi:nil="true"/>
    <Invited_Members xmlns="e43d81d0-7a9c-4012-90dc-ae63c601f626" xsi:nil="true"/>
    <LMS_Mappings xmlns="e43d81d0-7a9c-4012-90dc-ae63c601f626" xsi:nil="true"/>
    <Invited_Students xmlns="e43d81d0-7a9c-4012-90dc-ae63c601f626" xsi:nil="true"/>
    <IsNotebookLocked xmlns="e43d81d0-7a9c-4012-90dc-ae63c601f626" xsi:nil="true"/>
    <Math_Settings xmlns="e43d81d0-7a9c-4012-90dc-ae63c601f626" xsi:nil="true"/>
    <Self_Registration_Enabled xmlns="e43d81d0-7a9c-4012-90dc-ae63c601f62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3F48566F82E041BED911C0693359E9" ma:contentTypeVersion="48" ma:contentTypeDescription="Een nieuw document maken." ma:contentTypeScope="" ma:versionID="3232cdda7e68dcfe5567c3294c270406">
  <xsd:schema xmlns:xsd="http://www.w3.org/2001/XMLSchema" xmlns:xs="http://www.w3.org/2001/XMLSchema" xmlns:p="http://schemas.microsoft.com/office/2006/metadata/properties" xmlns:ns2="e43d81d0-7a9c-4012-90dc-ae63c601f626" xmlns:ns3="e1337eef-b66e-4fde-b081-a3272a7c00ca" targetNamespace="http://schemas.microsoft.com/office/2006/metadata/properties" ma:root="true" ma:fieldsID="95dbde8b42ce4b2578d8fc56f09479c8" ns2:_="" ns3:_="">
    <xsd:import namespace="e43d81d0-7a9c-4012-90dc-ae63c601f626"/>
    <xsd:import namespace="e1337eef-b66e-4fde-b081-a3272a7c00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Leaders" minOccurs="0"/>
                <xsd:element ref="ns2:Members" minOccurs="0"/>
                <xsd:element ref="ns2:Member_Groups" minOccurs="0"/>
                <xsd:element ref="ns2:Invited_Leaders" minOccurs="0"/>
                <xsd:element ref="ns2:Invited_Members" minOccurs="0"/>
                <xsd:element ref="ns2:Has_Leaders_Only_SectionGroup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Aanpassing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3d81d0-7a9c-4012-90dc-ae63c601f6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NotebookType" ma:index="17" nillable="true" ma:displayName="Notebook Type" ma:internalName="NotebookType">
      <xsd:simpleType>
        <xsd:restriction base="dms:Text"/>
      </xsd:simpleType>
    </xsd:element>
    <xsd:element name="FolderType" ma:index="18" nillable="true" ma:displayName="Folder Type" ma:internalName="FolderType">
      <xsd:simpleType>
        <xsd:restriction base="dms:Text"/>
      </xsd:simpleType>
    </xsd:element>
    <xsd:element name="CultureName" ma:index="19" nillable="true" ma:displayName="Culture Name" ma:internalName="CultureName">
      <xsd:simpleType>
        <xsd:restriction base="dms:Text"/>
      </xsd:simpleType>
    </xsd:element>
    <xsd:element name="AppVersion" ma:index="20" nillable="true" ma:displayName="App Version" ma:internalName="AppVersion">
      <xsd:simpleType>
        <xsd:restriction base="dms:Text"/>
      </xsd:simpleType>
    </xsd:element>
    <xsd:element name="TeamsChannelId" ma:index="21" nillable="true" ma:displayName="Teams Channel Id" ma:internalName="TeamsChannelId">
      <xsd:simpleType>
        <xsd:restriction base="dms:Text"/>
      </xsd:simpleType>
    </xsd:element>
    <xsd:element name="Owner" ma:index="22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3" nillable="true" ma:displayName="Math Settings" ma:internalName="Math_Settings">
      <xsd:simpleType>
        <xsd:restriction base="dms:Text"/>
      </xsd:simpleType>
    </xsd:element>
    <xsd:element name="DefaultSectionNames" ma:index="24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5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6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7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8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9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0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1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2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3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4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5" nillable="true" ma:displayName="Is Collaboration Space Locked" ma:internalName="Is_Collaboration_Space_Locked">
      <xsd:simpleType>
        <xsd:restriction base="dms:Boolean"/>
      </xsd:simpleType>
    </xsd:element>
    <xsd:element name="IsNotebookLocked" ma:index="36" nillable="true" ma:displayName="Is Notebook Locked" ma:internalName="IsNotebookLocked">
      <xsd:simpleType>
        <xsd:restriction base="dms:Boolean"/>
      </xsd:simpleType>
    </xsd:element>
    <xsd:element name="Leaders" ma:index="3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Leaders" ma:index="40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41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Has_Leaders_Only_SectionGroup" ma:index="42" nillable="true" ma:displayName="Has Leaders Only SectionGroup" ma:internalName="Has_Leaders_Only_SectionGroup">
      <xsd:simpleType>
        <xsd:restriction base="dms:Boolean"/>
      </xsd:simpleType>
    </xsd:element>
    <xsd:element name="MediaServiceLocation" ma:index="43" nillable="true" ma:displayName="Location" ma:internalName="MediaServiceLocation" ma:readOnly="true">
      <xsd:simpleType>
        <xsd:restriction base="dms:Text"/>
      </xsd:simpleType>
    </xsd:element>
    <xsd:element name="MediaServiceAutoKeyPoints" ma:index="4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4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Aanpassing" ma:index="46" nillable="true" ma:displayName="Aanpassing" ma:format="Dropdown" ma:internalName="Aanpassing">
      <xsd:simpleType>
        <xsd:restriction base="dms:Text">
          <xsd:maxLength value="255"/>
        </xsd:restriction>
      </xsd:simpleType>
    </xsd:element>
    <xsd:element name="MediaLengthInSeconds" ma:index="4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50" nillable="true" ma:taxonomy="true" ma:internalName="lcf76f155ced4ddcb4097134ff3c332f" ma:taxonomyFieldName="MediaServiceImageTags" ma:displayName="Afbeelding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5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5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5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337eef-b66e-4fde-b081-a3272a7c00c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8" nillable="true" ma:displayName="Taxonomy Catch All Column" ma:hidden="true" ma:list="{49766e82-d1c7-4121-a8f6-16660578aa9e}" ma:internalName="TaxCatchAll" ma:showField="CatchAllData" ma:web="e1337eef-b66e-4fde-b081-a3272a7c00c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47D807-BE86-4060-BD0F-52ECA38E53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B56993-1DB8-4D50-AD18-3146DAB2DFE8}">
  <ds:schemaRefs>
    <ds:schemaRef ds:uri="e1337eef-b66e-4fde-b081-a3272a7c00ca"/>
    <ds:schemaRef ds:uri="e43d81d0-7a9c-4012-90dc-ae63c601f626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C8BA875-F563-46FD-957E-0395942DED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3d81d0-7a9c-4012-90dc-ae63c601f626"/>
    <ds:schemaRef ds:uri="e1337eef-b66e-4fde-b081-a3272a7c00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841</Words>
  <Application>Microsoft Office PowerPoint</Application>
  <PresentationFormat>Custom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Helvetica Neue</vt:lpstr>
      <vt:lpstr>Helvetica Neue Light</vt:lpstr>
      <vt:lpstr>Inter Bold</vt:lpstr>
      <vt:lpstr>Inter Regular</vt:lpstr>
      <vt:lpstr>ModernPortfolio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Waeyaert Frederik</dc:creator>
  <cp:lastModifiedBy>Frederik WAEYAERT</cp:lastModifiedBy>
  <cp:revision>1</cp:revision>
  <dcterms:modified xsi:type="dcterms:W3CDTF">2025-11-02T20:26:26Z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0x010100193F48566F82E041BED911C0693359E9</vt:lpwstr>
  </property>
  <property fmtid="{D5CDD505-2E9C-101B-9397-08002B2CF9AE}" pid="3" name="MediaServiceImageTags">
    <vt:lpwstr/>
  </property>
</Properties>
</file>